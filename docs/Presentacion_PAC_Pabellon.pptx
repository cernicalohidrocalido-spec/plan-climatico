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56" r:id="rId3"/>
    <p:sldId id="446" r:id="rId4"/>
    <p:sldId id="445" r:id="rId5"/>
    <p:sldId id="455" r:id="rId6"/>
    <p:sldId id="456" r:id="rId7"/>
    <p:sldId id="461" r:id="rId8"/>
    <p:sldId id="358" r:id="rId9"/>
    <p:sldId id="442" r:id="rId10"/>
    <p:sldId id="462" r:id="rId11"/>
    <p:sldId id="463" r:id="rId12"/>
    <p:sldId id="457" r:id="rId13"/>
    <p:sldId id="459" r:id="rId14"/>
    <p:sldId id="460" r:id="rId15"/>
    <p:sldId id="464" r:id="rId16"/>
    <p:sldId id="465" r:id="rId17"/>
    <p:sldId id="458" r:id="rId18"/>
    <p:sldId id="466" r:id="rId19"/>
    <p:sldId id="473" r:id="rId20"/>
    <p:sldId id="474" r:id="rId21"/>
    <p:sldId id="467" r:id="rId22"/>
    <p:sldId id="468" r:id="rId23"/>
    <p:sldId id="469" r:id="rId24"/>
    <p:sldId id="470" r:id="rId25"/>
    <p:sldId id="301" r:id="rId26"/>
    <p:sldId id="400" r:id="rId27"/>
    <p:sldId id="447" r:id="rId28"/>
    <p:sldId id="448" r:id="rId29"/>
    <p:sldId id="449" r:id="rId30"/>
    <p:sldId id="471" r:id="rId31"/>
    <p:sldId id="475" r:id="rId32"/>
    <p:sldId id="476" r:id="rId33"/>
    <p:sldId id="472" r:id="rId34"/>
    <p:sldId id="450" r:id="rId35"/>
    <p:sldId id="451" r:id="rId36"/>
    <p:sldId id="477" r:id="rId37"/>
    <p:sldId id="452" r:id="rId38"/>
    <p:sldId id="453" r:id="rId39"/>
    <p:sldId id="403" r:id="rId40"/>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8646590-D203-4B1A-972C-FD68B0C8B180}" v="53" dt="2025-09-30T04:46:01.158"/>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0" d="100"/>
          <a:sy n="70" d="100"/>
        </p:scale>
        <p:origin x="70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MBIO PABELLON" userId="c2de9241c55911fd" providerId="LiveId" clId="{CD675F79-FCD5-41AA-B50C-3B513EA3C320}"/>
    <pc:docChg chg="undo custSel addSld delSld modSld sldOrd">
      <pc:chgData name="IMBIO PABELLON" userId="c2de9241c55911fd" providerId="LiveId" clId="{CD675F79-FCD5-41AA-B50C-3B513EA3C320}" dt="2025-09-30T04:46:01.158" v="1221" actId="1076"/>
      <pc:docMkLst>
        <pc:docMk/>
      </pc:docMkLst>
      <pc:sldChg chg="modSp mod">
        <pc:chgData name="IMBIO PABELLON" userId="c2de9241c55911fd" providerId="LiveId" clId="{CD675F79-FCD5-41AA-B50C-3B513EA3C320}" dt="2025-09-30T04:37:38.515" v="1145" actId="1076"/>
        <pc:sldMkLst>
          <pc:docMk/>
          <pc:sldMk cId="1370495753" sldId="256"/>
        </pc:sldMkLst>
        <pc:spChg chg="mod">
          <ac:chgData name="IMBIO PABELLON" userId="c2de9241c55911fd" providerId="LiveId" clId="{CD675F79-FCD5-41AA-B50C-3B513EA3C320}" dt="2025-09-30T04:37:38.515" v="1145" actId="1076"/>
          <ac:spMkLst>
            <pc:docMk/>
            <pc:sldMk cId="1370495753" sldId="256"/>
            <ac:spMk id="2" creationId="{A250DCA2-19CD-9BE4-48A6-B17179D2692E}"/>
          </ac:spMkLst>
        </pc:spChg>
        <pc:picChg chg="mod">
          <ac:chgData name="IMBIO PABELLON" userId="c2de9241c55911fd" providerId="LiveId" clId="{CD675F79-FCD5-41AA-B50C-3B513EA3C320}" dt="2025-09-30T04:37:34.704" v="1144" actId="1076"/>
          <ac:picMkLst>
            <pc:docMk/>
            <pc:sldMk cId="1370495753" sldId="256"/>
            <ac:picMk id="4" creationId="{15719E2C-8F26-D88C-B55B-8F05E3D36DDF}"/>
          </ac:picMkLst>
        </pc:picChg>
      </pc:sldChg>
      <pc:sldChg chg="addSp delSp modSp mod">
        <pc:chgData name="IMBIO PABELLON" userId="c2de9241c55911fd" providerId="LiveId" clId="{CD675F79-FCD5-41AA-B50C-3B513EA3C320}" dt="2025-09-30T04:38:45.664" v="1181" actId="478"/>
        <pc:sldMkLst>
          <pc:docMk/>
          <pc:sldMk cId="336737463" sldId="356"/>
        </pc:sldMkLst>
        <pc:spChg chg="del mod">
          <ac:chgData name="IMBIO PABELLON" userId="c2de9241c55911fd" providerId="LiveId" clId="{CD675F79-FCD5-41AA-B50C-3B513EA3C320}" dt="2025-09-30T04:38:45.664" v="1181" actId="478"/>
          <ac:spMkLst>
            <pc:docMk/>
            <pc:sldMk cId="336737463" sldId="356"/>
            <ac:spMk id="2" creationId="{FEBCF1AF-41F4-4E9E-91FC-E805D245DE92}"/>
          </ac:spMkLst>
        </pc:spChg>
        <pc:spChg chg="add mod">
          <ac:chgData name="IMBIO PABELLON" userId="c2de9241c55911fd" providerId="LiveId" clId="{CD675F79-FCD5-41AA-B50C-3B513EA3C320}" dt="2025-09-30T04:38:29.480" v="1178" actId="20577"/>
          <ac:spMkLst>
            <pc:docMk/>
            <pc:sldMk cId="336737463" sldId="356"/>
            <ac:spMk id="3" creationId="{5D5C1F3B-F575-2202-C82B-50B6A340DECB}"/>
          </ac:spMkLst>
        </pc:spChg>
      </pc:sldChg>
      <pc:sldChg chg="modSp mod">
        <pc:chgData name="IMBIO PABELLON" userId="c2de9241c55911fd" providerId="LiveId" clId="{CD675F79-FCD5-41AA-B50C-3B513EA3C320}" dt="2025-09-30T04:09:18.180" v="938" actId="1076"/>
        <pc:sldMkLst>
          <pc:docMk/>
          <pc:sldMk cId="2079557302" sldId="400"/>
        </pc:sldMkLst>
        <pc:spChg chg="mod">
          <ac:chgData name="IMBIO PABELLON" userId="c2de9241c55911fd" providerId="LiveId" clId="{CD675F79-FCD5-41AA-B50C-3B513EA3C320}" dt="2025-09-30T04:09:18.180" v="938" actId="1076"/>
          <ac:spMkLst>
            <pc:docMk/>
            <pc:sldMk cId="2079557302" sldId="400"/>
            <ac:spMk id="2" creationId="{00000000-0000-0000-0000-000000000000}"/>
          </ac:spMkLst>
        </pc:spChg>
      </pc:sldChg>
      <pc:sldChg chg="modSp mod">
        <pc:chgData name="IMBIO PABELLON" userId="c2de9241c55911fd" providerId="LiveId" clId="{CD675F79-FCD5-41AA-B50C-3B513EA3C320}" dt="2025-09-30T04:04:36.533" v="879" actId="404"/>
        <pc:sldMkLst>
          <pc:docMk/>
          <pc:sldMk cId="1705475590" sldId="442"/>
        </pc:sldMkLst>
        <pc:spChg chg="mod">
          <ac:chgData name="IMBIO PABELLON" userId="c2de9241c55911fd" providerId="LiveId" clId="{CD675F79-FCD5-41AA-B50C-3B513EA3C320}" dt="2025-09-30T04:04:36.533" v="879" actId="404"/>
          <ac:spMkLst>
            <pc:docMk/>
            <pc:sldMk cId="1705475590" sldId="442"/>
            <ac:spMk id="10" creationId="{33C55782-47E3-12F2-944A-8123362D2247}"/>
          </ac:spMkLst>
        </pc:spChg>
      </pc:sldChg>
      <pc:sldChg chg="modSp mod">
        <pc:chgData name="IMBIO PABELLON" userId="c2de9241c55911fd" providerId="LiveId" clId="{CD675F79-FCD5-41AA-B50C-3B513EA3C320}" dt="2025-09-30T03:36:14.852" v="601" actId="108"/>
        <pc:sldMkLst>
          <pc:docMk/>
          <pc:sldMk cId="2535260272" sldId="446"/>
        </pc:sldMkLst>
        <pc:picChg chg="mod">
          <ac:chgData name="IMBIO PABELLON" userId="c2de9241c55911fd" providerId="LiveId" clId="{CD675F79-FCD5-41AA-B50C-3B513EA3C320}" dt="2025-09-30T03:36:14.852" v="601" actId="108"/>
          <ac:picMkLst>
            <pc:docMk/>
            <pc:sldMk cId="2535260272" sldId="446"/>
            <ac:picMk id="4" creationId="{879BDE69-A462-ED29-0900-069265965E6F}"/>
          </ac:picMkLst>
        </pc:picChg>
      </pc:sldChg>
      <pc:sldChg chg="modSp mod">
        <pc:chgData name="IMBIO PABELLON" userId="c2de9241c55911fd" providerId="LiveId" clId="{CD675F79-FCD5-41AA-B50C-3B513EA3C320}" dt="2025-09-30T04:09:09.406" v="936" actId="403"/>
        <pc:sldMkLst>
          <pc:docMk/>
          <pc:sldMk cId="474521107" sldId="447"/>
        </pc:sldMkLst>
        <pc:spChg chg="mod">
          <ac:chgData name="IMBIO PABELLON" userId="c2de9241c55911fd" providerId="LiveId" clId="{CD675F79-FCD5-41AA-B50C-3B513EA3C320}" dt="2025-09-30T04:09:09.406" v="936" actId="403"/>
          <ac:spMkLst>
            <pc:docMk/>
            <pc:sldMk cId="474521107" sldId="447"/>
            <ac:spMk id="3" creationId="{A564A95A-B049-7DF9-A96A-22B3322D8657}"/>
          </ac:spMkLst>
        </pc:spChg>
      </pc:sldChg>
      <pc:sldChg chg="modSp mod">
        <pc:chgData name="IMBIO PABELLON" userId="c2de9241c55911fd" providerId="LiveId" clId="{CD675F79-FCD5-41AA-B50C-3B513EA3C320}" dt="2025-09-30T04:09:51.634" v="945" actId="113"/>
        <pc:sldMkLst>
          <pc:docMk/>
          <pc:sldMk cId="916092937" sldId="448"/>
        </pc:sldMkLst>
        <pc:spChg chg="mod">
          <ac:chgData name="IMBIO PABELLON" userId="c2de9241c55911fd" providerId="LiveId" clId="{CD675F79-FCD5-41AA-B50C-3B513EA3C320}" dt="2025-09-30T04:09:34.720" v="941" actId="1076"/>
          <ac:spMkLst>
            <pc:docMk/>
            <pc:sldMk cId="916092937" sldId="448"/>
            <ac:spMk id="2" creationId="{5D50BB88-AA88-C599-94FE-25E7AE6A593D}"/>
          </ac:spMkLst>
        </pc:spChg>
        <pc:spChg chg="mod">
          <ac:chgData name="IMBIO PABELLON" userId="c2de9241c55911fd" providerId="LiveId" clId="{CD675F79-FCD5-41AA-B50C-3B513EA3C320}" dt="2025-09-30T04:09:51.634" v="945" actId="113"/>
          <ac:spMkLst>
            <pc:docMk/>
            <pc:sldMk cId="916092937" sldId="448"/>
            <ac:spMk id="3" creationId="{75C17BAB-1D7A-609A-B1D4-CC723963A731}"/>
          </ac:spMkLst>
        </pc:spChg>
      </pc:sldChg>
      <pc:sldChg chg="modSp mod">
        <pc:chgData name="IMBIO PABELLON" userId="c2de9241c55911fd" providerId="LiveId" clId="{CD675F79-FCD5-41AA-B50C-3B513EA3C320}" dt="2025-09-30T04:18:45.409" v="1030" actId="1076"/>
        <pc:sldMkLst>
          <pc:docMk/>
          <pc:sldMk cId="2551757961" sldId="449"/>
        </pc:sldMkLst>
        <pc:spChg chg="mod">
          <ac:chgData name="IMBIO PABELLON" userId="c2de9241c55911fd" providerId="LiveId" clId="{CD675F79-FCD5-41AA-B50C-3B513EA3C320}" dt="2025-09-30T04:18:45.409" v="1030" actId="1076"/>
          <ac:spMkLst>
            <pc:docMk/>
            <pc:sldMk cId="2551757961" sldId="449"/>
            <ac:spMk id="2" creationId="{7A179FAD-CFDD-F08B-E997-44AAF63A6F90}"/>
          </ac:spMkLst>
        </pc:spChg>
      </pc:sldChg>
      <pc:sldChg chg="modSp mod">
        <pc:chgData name="IMBIO PABELLON" userId="c2de9241c55911fd" providerId="LiveId" clId="{CD675F79-FCD5-41AA-B50C-3B513EA3C320}" dt="2025-09-30T04:19:11.268" v="1036" actId="1076"/>
        <pc:sldMkLst>
          <pc:docMk/>
          <pc:sldMk cId="1567997519" sldId="450"/>
        </pc:sldMkLst>
        <pc:spChg chg="mod">
          <ac:chgData name="IMBIO PABELLON" userId="c2de9241c55911fd" providerId="LiveId" clId="{CD675F79-FCD5-41AA-B50C-3B513EA3C320}" dt="2025-09-30T04:19:04.980" v="1034" actId="1076"/>
          <ac:spMkLst>
            <pc:docMk/>
            <pc:sldMk cId="1567997519" sldId="450"/>
            <ac:spMk id="2" creationId="{720A21D9-6E81-7175-8162-4B29BB49689E}"/>
          </ac:spMkLst>
        </pc:spChg>
        <pc:spChg chg="mod">
          <ac:chgData name="IMBIO PABELLON" userId="c2de9241c55911fd" providerId="LiveId" clId="{CD675F79-FCD5-41AA-B50C-3B513EA3C320}" dt="2025-09-30T04:19:11.268" v="1036" actId="1076"/>
          <ac:spMkLst>
            <pc:docMk/>
            <pc:sldMk cId="1567997519" sldId="450"/>
            <ac:spMk id="3" creationId="{5A6FB32A-310A-0D57-C641-C06E0E0003F9}"/>
          </ac:spMkLst>
        </pc:spChg>
      </pc:sldChg>
      <pc:sldChg chg="modSp mod">
        <pc:chgData name="IMBIO PABELLON" userId="c2de9241c55911fd" providerId="LiveId" clId="{CD675F79-FCD5-41AA-B50C-3B513EA3C320}" dt="2025-09-30T04:19:19.153" v="1038" actId="1076"/>
        <pc:sldMkLst>
          <pc:docMk/>
          <pc:sldMk cId="3496718536" sldId="451"/>
        </pc:sldMkLst>
        <pc:spChg chg="mod">
          <ac:chgData name="IMBIO PABELLON" userId="c2de9241c55911fd" providerId="LiveId" clId="{CD675F79-FCD5-41AA-B50C-3B513EA3C320}" dt="2025-09-30T04:19:19.153" v="1038" actId="1076"/>
          <ac:spMkLst>
            <pc:docMk/>
            <pc:sldMk cId="3496718536" sldId="451"/>
            <ac:spMk id="2" creationId="{4AB7B401-790C-36C8-80E4-E4F6498AF651}"/>
          </ac:spMkLst>
        </pc:spChg>
      </pc:sldChg>
      <pc:sldChg chg="modSp mod">
        <pc:chgData name="IMBIO PABELLON" userId="c2de9241c55911fd" providerId="LiveId" clId="{CD675F79-FCD5-41AA-B50C-3B513EA3C320}" dt="2025-09-30T04:46:01.158" v="1221" actId="1076"/>
        <pc:sldMkLst>
          <pc:docMk/>
          <pc:sldMk cId="1478081607" sldId="452"/>
        </pc:sldMkLst>
        <pc:spChg chg="mod">
          <ac:chgData name="IMBIO PABELLON" userId="c2de9241c55911fd" providerId="LiveId" clId="{CD675F79-FCD5-41AA-B50C-3B513EA3C320}" dt="2025-09-30T04:19:41.795" v="1040" actId="1076"/>
          <ac:spMkLst>
            <pc:docMk/>
            <pc:sldMk cId="1478081607" sldId="452"/>
            <ac:spMk id="2" creationId="{3E183167-24B0-7727-B7B7-E9C7070F8497}"/>
          </ac:spMkLst>
        </pc:spChg>
        <pc:spChg chg="mod">
          <ac:chgData name="IMBIO PABELLON" userId="c2de9241c55911fd" providerId="LiveId" clId="{CD675F79-FCD5-41AA-B50C-3B513EA3C320}" dt="2025-09-30T04:46:01.158" v="1221" actId="1076"/>
          <ac:spMkLst>
            <pc:docMk/>
            <pc:sldMk cId="1478081607" sldId="452"/>
            <ac:spMk id="5" creationId="{5F513AE5-4645-688F-3981-6E04E2CC0280}"/>
          </ac:spMkLst>
        </pc:spChg>
      </pc:sldChg>
      <pc:sldChg chg="modSp mod">
        <pc:chgData name="IMBIO PABELLON" userId="c2de9241c55911fd" providerId="LiveId" clId="{CD675F79-FCD5-41AA-B50C-3B513EA3C320}" dt="2025-09-30T04:20:08.379" v="1043" actId="108"/>
        <pc:sldMkLst>
          <pc:docMk/>
          <pc:sldMk cId="238705305" sldId="453"/>
        </pc:sldMkLst>
        <pc:spChg chg="mod">
          <ac:chgData name="IMBIO PABELLON" userId="c2de9241c55911fd" providerId="LiveId" clId="{CD675F79-FCD5-41AA-B50C-3B513EA3C320}" dt="2025-09-30T04:20:08.379" v="1043" actId="108"/>
          <ac:spMkLst>
            <pc:docMk/>
            <pc:sldMk cId="238705305" sldId="453"/>
            <ac:spMk id="2" creationId="{C655DFE8-8359-0AB8-A2E5-BE25FDCEEA36}"/>
          </ac:spMkLst>
        </pc:spChg>
      </pc:sldChg>
      <pc:sldChg chg="new del">
        <pc:chgData name="IMBIO PABELLON" userId="c2de9241c55911fd" providerId="LiveId" clId="{CD675F79-FCD5-41AA-B50C-3B513EA3C320}" dt="2025-09-30T01:53:13.926" v="3" actId="47"/>
        <pc:sldMkLst>
          <pc:docMk/>
          <pc:sldMk cId="4085379781" sldId="454"/>
        </pc:sldMkLst>
      </pc:sldChg>
      <pc:sldChg chg="modSp add mod">
        <pc:chgData name="IMBIO PABELLON" userId="c2de9241c55911fd" providerId="LiveId" clId="{CD675F79-FCD5-41AA-B50C-3B513EA3C320}" dt="2025-09-30T03:36:30.464" v="605"/>
        <pc:sldMkLst>
          <pc:docMk/>
          <pc:sldMk cId="308989787" sldId="455"/>
        </pc:sldMkLst>
        <pc:spChg chg="mod">
          <ac:chgData name="IMBIO PABELLON" userId="c2de9241c55911fd" providerId="LiveId" clId="{CD675F79-FCD5-41AA-B50C-3B513EA3C320}" dt="2025-09-30T03:36:30.464" v="605"/>
          <ac:spMkLst>
            <pc:docMk/>
            <pc:sldMk cId="308989787" sldId="455"/>
            <ac:spMk id="2" creationId="{00000000-0000-0000-0000-000000000000}"/>
          </ac:spMkLst>
        </pc:spChg>
        <pc:spChg chg="mod">
          <ac:chgData name="IMBIO PABELLON" userId="c2de9241c55911fd" providerId="LiveId" clId="{CD675F79-FCD5-41AA-B50C-3B513EA3C320}" dt="2025-09-30T01:53:23.416" v="7" actId="1076"/>
          <ac:spMkLst>
            <pc:docMk/>
            <pc:sldMk cId="308989787" sldId="455"/>
            <ac:spMk id="3" creationId="{00000000-0000-0000-0000-000000000000}"/>
          </ac:spMkLst>
        </pc:spChg>
        <pc:picChg chg="mod">
          <ac:chgData name="IMBIO PABELLON" userId="c2de9241c55911fd" providerId="LiveId" clId="{CD675F79-FCD5-41AA-B50C-3B513EA3C320}" dt="2025-09-30T01:53:25.506" v="8" actId="1076"/>
          <ac:picMkLst>
            <pc:docMk/>
            <pc:sldMk cId="308989787" sldId="455"/>
            <ac:picMk id="40962" creationId="{00000000-0000-0000-0000-000000000000}"/>
          </ac:picMkLst>
        </pc:picChg>
      </pc:sldChg>
      <pc:sldChg chg="modSp add mod">
        <pc:chgData name="IMBIO PABELLON" userId="c2de9241c55911fd" providerId="LiveId" clId="{CD675F79-FCD5-41AA-B50C-3B513EA3C320}" dt="2025-09-30T03:36:39.041" v="607"/>
        <pc:sldMkLst>
          <pc:docMk/>
          <pc:sldMk cId="2073910752" sldId="456"/>
        </pc:sldMkLst>
        <pc:spChg chg="mod">
          <ac:chgData name="IMBIO PABELLON" userId="c2de9241c55911fd" providerId="LiveId" clId="{CD675F79-FCD5-41AA-B50C-3B513EA3C320}" dt="2025-09-30T03:36:39.041" v="607"/>
          <ac:spMkLst>
            <pc:docMk/>
            <pc:sldMk cId="2073910752" sldId="456"/>
            <ac:spMk id="2" creationId="{00000000-0000-0000-0000-000000000000}"/>
          </ac:spMkLst>
        </pc:spChg>
        <pc:spChg chg="mod">
          <ac:chgData name="IMBIO PABELLON" userId="c2de9241c55911fd" providerId="LiveId" clId="{CD675F79-FCD5-41AA-B50C-3B513EA3C320}" dt="2025-09-30T01:53:35.899" v="11" actId="1076"/>
          <ac:spMkLst>
            <pc:docMk/>
            <pc:sldMk cId="2073910752" sldId="456"/>
            <ac:spMk id="3" creationId="{00000000-0000-0000-0000-000000000000}"/>
          </ac:spMkLst>
        </pc:spChg>
        <pc:picChg chg="mod">
          <ac:chgData name="IMBIO PABELLON" userId="c2de9241c55911fd" providerId="LiveId" clId="{CD675F79-FCD5-41AA-B50C-3B513EA3C320}" dt="2025-09-30T01:53:37.318" v="12" actId="1076"/>
          <ac:picMkLst>
            <pc:docMk/>
            <pc:sldMk cId="2073910752" sldId="456"/>
            <ac:picMk id="37890" creationId="{00000000-0000-0000-0000-000000000000}"/>
          </ac:picMkLst>
        </pc:picChg>
      </pc:sldChg>
      <pc:sldChg chg="modSp new mod">
        <pc:chgData name="IMBIO PABELLON" userId="c2de9241c55911fd" providerId="LiveId" clId="{CD675F79-FCD5-41AA-B50C-3B513EA3C320}" dt="2025-09-30T04:04:46.655" v="882" actId="1076"/>
        <pc:sldMkLst>
          <pc:docMk/>
          <pc:sldMk cId="1639877062" sldId="457"/>
        </pc:sldMkLst>
        <pc:spChg chg="mod">
          <ac:chgData name="IMBIO PABELLON" userId="c2de9241c55911fd" providerId="LiveId" clId="{CD675F79-FCD5-41AA-B50C-3B513EA3C320}" dt="2025-09-30T04:04:46.655" v="882" actId="1076"/>
          <ac:spMkLst>
            <pc:docMk/>
            <pc:sldMk cId="1639877062" sldId="457"/>
            <ac:spMk id="2" creationId="{CF181CCE-C62D-4A29-E33B-C4CED193E40A}"/>
          </ac:spMkLst>
        </pc:spChg>
        <pc:spChg chg="mod">
          <ac:chgData name="IMBIO PABELLON" userId="c2de9241c55911fd" providerId="LiveId" clId="{CD675F79-FCD5-41AA-B50C-3B513EA3C320}" dt="2025-09-30T01:58:14.925" v="54" actId="27636"/>
          <ac:spMkLst>
            <pc:docMk/>
            <pc:sldMk cId="1639877062" sldId="457"/>
            <ac:spMk id="3" creationId="{E29E4A5A-C321-B3C8-0EF9-E2FAC23112EA}"/>
          </ac:spMkLst>
        </pc:spChg>
      </pc:sldChg>
      <pc:sldChg chg="addSp delSp modSp new mod">
        <pc:chgData name="IMBIO PABELLON" userId="c2de9241c55911fd" providerId="LiveId" clId="{CD675F79-FCD5-41AA-B50C-3B513EA3C320}" dt="2025-09-30T04:27:37.109" v="1126" actId="1076"/>
        <pc:sldMkLst>
          <pc:docMk/>
          <pc:sldMk cId="2456490262" sldId="458"/>
        </pc:sldMkLst>
        <pc:spChg chg="del">
          <ac:chgData name="IMBIO PABELLON" userId="c2de9241c55911fd" providerId="LiveId" clId="{CD675F79-FCD5-41AA-B50C-3B513EA3C320}" dt="2025-09-30T03:50:36.220" v="697" actId="478"/>
          <ac:spMkLst>
            <pc:docMk/>
            <pc:sldMk cId="2456490262" sldId="458"/>
            <ac:spMk id="2" creationId="{06C2B4AB-D5D9-1EE3-EC25-368E81009609}"/>
          </ac:spMkLst>
        </pc:spChg>
        <pc:spChg chg="del">
          <ac:chgData name="IMBIO PABELLON" userId="c2de9241c55911fd" providerId="LiveId" clId="{CD675F79-FCD5-41AA-B50C-3B513EA3C320}" dt="2025-09-30T03:49:26.217" v="687"/>
          <ac:spMkLst>
            <pc:docMk/>
            <pc:sldMk cId="2456490262" sldId="458"/>
            <ac:spMk id="3" creationId="{ACE0854B-8FE9-9F81-F2B2-0FEB3BE4EEF8}"/>
          </ac:spMkLst>
        </pc:spChg>
        <pc:spChg chg="add del mod">
          <ac:chgData name="IMBIO PABELLON" userId="c2de9241c55911fd" providerId="LiveId" clId="{CD675F79-FCD5-41AA-B50C-3B513EA3C320}" dt="2025-09-30T03:50:35.055" v="696" actId="478"/>
          <ac:spMkLst>
            <pc:docMk/>
            <pc:sldMk cId="2456490262" sldId="458"/>
            <ac:spMk id="6" creationId="{C3B740B0-6A80-547F-B6D0-DEE811B804D1}"/>
          </ac:spMkLst>
        </pc:spChg>
        <pc:picChg chg="add del mod modCrop">
          <ac:chgData name="IMBIO PABELLON" userId="c2de9241c55911fd" providerId="LiveId" clId="{CD675F79-FCD5-41AA-B50C-3B513EA3C320}" dt="2025-09-30T03:50:32.782" v="695" actId="478"/>
          <ac:picMkLst>
            <pc:docMk/>
            <pc:sldMk cId="2456490262" sldId="458"/>
            <ac:picMk id="4" creationId="{09C848E4-AD85-D88D-332E-C00B725D73AA}"/>
          </ac:picMkLst>
        </pc:picChg>
        <pc:picChg chg="add mod modCrop">
          <ac:chgData name="IMBIO PABELLON" userId="c2de9241c55911fd" providerId="LiveId" clId="{CD675F79-FCD5-41AA-B50C-3B513EA3C320}" dt="2025-09-30T03:52:20.938" v="730" actId="14100"/>
          <ac:picMkLst>
            <pc:docMk/>
            <pc:sldMk cId="2456490262" sldId="458"/>
            <ac:picMk id="7" creationId="{0F441955-4A3E-D96F-9CCF-E53D580520BF}"/>
          </ac:picMkLst>
        </pc:picChg>
        <pc:picChg chg="add mod">
          <ac:chgData name="IMBIO PABELLON" userId="c2de9241c55911fd" providerId="LiveId" clId="{CD675F79-FCD5-41AA-B50C-3B513EA3C320}" dt="2025-09-30T04:27:37.109" v="1126" actId="1076"/>
          <ac:picMkLst>
            <pc:docMk/>
            <pc:sldMk cId="2456490262" sldId="458"/>
            <ac:picMk id="5122" creationId="{3ED65289-1B91-C67A-9A20-CDC641452FE4}"/>
          </ac:picMkLst>
        </pc:picChg>
      </pc:sldChg>
      <pc:sldChg chg="modSp new mod">
        <pc:chgData name="IMBIO PABELLON" userId="c2de9241c55911fd" providerId="LiveId" clId="{CD675F79-FCD5-41AA-B50C-3B513EA3C320}" dt="2025-09-30T04:04:56.883" v="887" actId="1076"/>
        <pc:sldMkLst>
          <pc:docMk/>
          <pc:sldMk cId="29671207" sldId="459"/>
        </pc:sldMkLst>
        <pc:spChg chg="mod">
          <ac:chgData name="IMBIO PABELLON" userId="c2de9241c55911fd" providerId="LiveId" clId="{CD675F79-FCD5-41AA-B50C-3B513EA3C320}" dt="2025-09-30T04:04:56.883" v="887" actId="1076"/>
          <ac:spMkLst>
            <pc:docMk/>
            <pc:sldMk cId="29671207" sldId="459"/>
            <ac:spMk id="2" creationId="{1269F9F8-0300-0D6D-1AC7-2207BDB84298}"/>
          </ac:spMkLst>
        </pc:spChg>
        <pc:spChg chg="mod">
          <ac:chgData name="IMBIO PABELLON" userId="c2de9241c55911fd" providerId="LiveId" clId="{CD675F79-FCD5-41AA-B50C-3B513EA3C320}" dt="2025-09-30T02:01:46.823" v="529" actId="14100"/>
          <ac:spMkLst>
            <pc:docMk/>
            <pc:sldMk cId="29671207" sldId="459"/>
            <ac:spMk id="3" creationId="{601DB5CA-563A-D3B9-326C-3C1C7604DDC1}"/>
          </ac:spMkLst>
        </pc:spChg>
      </pc:sldChg>
      <pc:sldChg chg="modSp new mod">
        <pc:chgData name="IMBIO PABELLON" userId="c2de9241c55911fd" providerId="LiveId" clId="{CD675F79-FCD5-41AA-B50C-3B513EA3C320}" dt="2025-09-30T04:06:03.459" v="907" actId="403"/>
        <pc:sldMkLst>
          <pc:docMk/>
          <pc:sldMk cId="1274057214" sldId="460"/>
        </pc:sldMkLst>
        <pc:spChg chg="mod">
          <ac:chgData name="IMBIO PABELLON" userId="c2de9241c55911fd" providerId="LiveId" clId="{CD675F79-FCD5-41AA-B50C-3B513EA3C320}" dt="2025-09-30T04:05:55.447" v="906" actId="20577"/>
          <ac:spMkLst>
            <pc:docMk/>
            <pc:sldMk cId="1274057214" sldId="460"/>
            <ac:spMk id="2" creationId="{7C07C337-A1A2-360A-AF88-50FD4BA1BB7E}"/>
          </ac:spMkLst>
        </pc:spChg>
        <pc:spChg chg="mod">
          <ac:chgData name="IMBIO PABELLON" userId="c2de9241c55911fd" providerId="LiveId" clId="{CD675F79-FCD5-41AA-B50C-3B513EA3C320}" dt="2025-09-30T04:06:03.459" v="907" actId="403"/>
          <ac:spMkLst>
            <pc:docMk/>
            <pc:sldMk cId="1274057214" sldId="460"/>
            <ac:spMk id="3" creationId="{A89321B2-6674-716E-9C8D-B840A0EDAB3B}"/>
          </ac:spMkLst>
        </pc:spChg>
      </pc:sldChg>
      <pc:sldChg chg="addSp modSp new mod ord">
        <pc:chgData name="IMBIO PABELLON" userId="c2de9241c55911fd" providerId="LiveId" clId="{CD675F79-FCD5-41AA-B50C-3B513EA3C320}" dt="2025-09-30T04:04:26.296" v="875" actId="1076"/>
        <pc:sldMkLst>
          <pc:docMk/>
          <pc:sldMk cId="1286416644" sldId="461"/>
        </pc:sldMkLst>
        <pc:spChg chg="mod">
          <ac:chgData name="IMBIO PABELLON" userId="c2de9241c55911fd" providerId="LiveId" clId="{CD675F79-FCD5-41AA-B50C-3B513EA3C320}" dt="2025-09-30T04:04:26.296" v="875" actId="1076"/>
          <ac:spMkLst>
            <pc:docMk/>
            <pc:sldMk cId="1286416644" sldId="461"/>
            <ac:spMk id="2" creationId="{8839D672-091C-A18E-679A-2533584BD5AA}"/>
          </ac:spMkLst>
        </pc:spChg>
        <pc:spChg chg="mod">
          <ac:chgData name="IMBIO PABELLON" userId="c2de9241c55911fd" providerId="LiveId" clId="{CD675F79-FCD5-41AA-B50C-3B513EA3C320}" dt="2025-09-30T02:04:42.140" v="597" actId="1076"/>
          <ac:spMkLst>
            <pc:docMk/>
            <pc:sldMk cId="1286416644" sldId="461"/>
            <ac:spMk id="3" creationId="{039D54E2-7819-2C04-40CC-C32F65EDE5DE}"/>
          </ac:spMkLst>
        </pc:spChg>
        <pc:picChg chg="add mod modCrop">
          <ac:chgData name="IMBIO PABELLON" userId="c2de9241c55911fd" providerId="LiveId" clId="{CD675F79-FCD5-41AA-B50C-3B513EA3C320}" dt="2025-09-30T02:04:46.014" v="600" actId="1076"/>
          <ac:picMkLst>
            <pc:docMk/>
            <pc:sldMk cId="1286416644" sldId="461"/>
            <ac:picMk id="5" creationId="{3A307F4B-6DFD-1840-7BBD-C003FFB4640D}"/>
          </ac:picMkLst>
        </pc:picChg>
      </pc:sldChg>
      <pc:sldChg chg="addSp delSp modSp new mod">
        <pc:chgData name="IMBIO PABELLON" userId="c2de9241c55911fd" providerId="LiveId" clId="{CD675F79-FCD5-41AA-B50C-3B513EA3C320}" dt="2025-09-30T03:40:21.655" v="621" actId="14100"/>
        <pc:sldMkLst>
          <pc:docMk/>
          <pc:sldMk cId="2550879964" sldId="462"/>
        </pc:sldMkLst>
        <pc:spChg chg="del">
          <ac:chgData name="IMBIO PABELLON" userId="c2de9241c55911fd" providerId="LiveId" clId="{CD675F79-FCD5-41AA-B50C-3B513EA3C320}" dt="2025-09-30T03:38:15.054" v="614"/>
          <ac:spMkLst>
            <pc:docMk/>
            <pc:sldMk cId="2550879964" sldId="462"/>
            <ac:spMk id="3" creationId="{9767C0D2-97EB-D2AF-CC6B-ADCE5DB633C0}"/>
          </ac:spMkLst>
        </pc:spChg>
        <pc:spChg chg="add del mod">
          <ac:chgData name="IMBIO PABELLON" userId="c2de9241c55911fd" providerId="LiveId" clId="{CD675F79-FCD5-41AA-B50C-3B513EA3C320}" dt="2025-09-30T03:40:18.156" v="619"/>
          <ac:spMkLst>
            <pc:docMk/>
            <pc:sldMk cId="2550879964" sldId="462"/>
            <ac:spMk id="6" creationId="{7B29D636-781A-A868-B8C0-BCBEC6CD5806}"/>
          </ac:spMkLst>
        </pc:spChg>
        <pc:picChg chg="add del mod">
          <ac:chgData name="IMBIO PABELLON" userId="c2de9241c55911fd" providerId="LiveId" clId="{CD675F79-FCD5-41AA-B50C-3B513EA3C320}" dt="2025-09-30T03:40:15.286" v="618" actId="478"/>
          <ac:picMkLst>
            <pc:docMk/>
            <pc:sldMk cId="2550879964" sldId="462"/>
            <ac:picMk id="4" creationId="{27BB7BD4-EB76-99FD-DBB4-5AB4D14E6CAC}"/>
          </ac:picMkLst>
        </pc:picChg>
        <pc:picChg chg="add mod">
          <ac:chgData name="IMBIO PABELLON" userId="c2de9241c55911fd" providerId="LiveId" clId="{CD675F79-FCD5-41AA-B50C-3B513EA3C320}" dt="2025-09-30T03:40:21.655" v="621" actId="14100"/>
          <ac:picMkLst>
            <pc:docMk/>
            <pc:sldMk cId="2550879964" sldId="462"/>
            <ac:picMk id="7" creationId="{32750B7A-E4D7-8FF5-3ABC-EE08C656D2CE}"/>
          </ac:picMkLst>
        </pc:picChg>
      </pc:sldChg>
      <pc:sldChg chg="addSp delSp modSp new mod">
        <pc:chgData name="IMBIO PABELLON" userId="c2de9241c55911fd" providerId="LiveId" clId="{CD675F79-FCD5-41AA-B50C-3B513EA3C320}" dt="2025-09-30T03:44:30.766" v="642" actId="1076"/>
        <pc:sldMkLst>
          <pc:docMk/>
          <pc:sldMk cId="485542087" sldId="463"/>
        </pc:sldMkLst>
        <pc:spChg chg="del">
          <ac:chgData name="IMBIO PABELLON" userId="c2de9241c55911fd" providerId="LiveId" clId="{CD675F79-FCD5-41AA-B50C-3B513EA3C320}" dt="2025-09-30T03:44:26.173" v="639" actId="478"/>
          <ac:spMkLst>
            <pc:docMk/>
            <pc:sldMk cId="485542087" sldId="463"/>
            <ac:spMk id="2" creationId="{72438569-8FA3-2BEE-9964-F97D017C619C}"/>
          </ac:spMkLst>
        </pc:spChg>
        <pc:spChg chg="del">
          <ac:chgData name="IMBIO PABELLON" userId="c2de9241c55911fd" providerId="LiveId" clId="{CD675F79-FCD5-41AA-B50C-3B513EA3C320}" dt="2025-09-30T03:43:14.673" v="623" actId="22"/>
          <ac:spMkLst>
            <pc:docMk/>
            <pc:sldMk cId="485542087" sldId="463"/>
            <ac:spMk id="3" creationId="{1C1C52AD-53A3-5B9F-9670-547EC68D1E55}"/>
          </ac:spMkLst>
        </pc:spChg>
        <pc:spChg chg="add del mod">
          <ac:chgData name="IMBIO PABELLON" userId="c2de9241c55911fd" providerId="LiveId" clId="{CD675F79-FCD5-41AA-B50C-3B513EA3C320}" dt="2025-09-30T03:44:23.248" v="638" actId="478"/>
          <ac:spMkLst>
            <pc:docMk/>
            <pc:sldMk cId="485542087" sldId="463"/>
            <ac:spMk id="9" creationId="{E58953CE-8411-BEB1-50A1-F062EF2A1044}"/>
          </ac:spMkLst>
        </pc:spChg>
        <pc:picChg chg="add del mod ord modCrop">
          <ac:chgData name="IMBIO PABELLON" userId="c2de9241c55911fd" providerId="LiveId" clId="{CD675F79-FCD5-41AA-B50C-3B513EA3C320}" dt="2025-09-30T03:44:13.201" v="637" actId="478"/>
          <ac:picMkLst>
            <pc:docMk/>
            <pc:sldMk cId="485542087" sldId="463"/>
            <ac:picMk id="5" creationId="{6D52C195-1A9B-F3FF-1BD3-144A04EF9DE0}"/>
          </ac:picMkLst>
        </pc:picChg>
        <pc:picChg chg="add mod modCrop">
          <ac:chgData name="IMBIO PABELLON" userId="c2de9241c55911fd" providerId="LiveId" clId="{CD675F79-FCD5-41AA-B50C-3B513EA3C320}" dt="2025-09-30T03:44:30.766" v="642" actId="1076"/>
          <ac:picMkLst>
            <pc:docMk/>
            <pc:sldMk cId="485542087" sldId="463"/>
            <ac:picMk id="7" creationId="{86072F27-968C-3969-3186-E2FE24836244}"/>
          </ac:picMkLst>
        </pc:picChg>
      </pc:sldChg>
      <pc:sldChg chg="modSp new mod">
        <pc:chgData name="IMBIO PABELLON" userId="c2de9241c55911fd" providerId="LiveId" clId="{CD675F79-FCD5-41AA-B50C-3B513EA3C320}" dt="2025-09-30T04:05:11.806" v="895" actId="108"/>
        <pc:sldMkLst>
          <pc:docMk/>
          <pc:sldMk cId="2878698194" sldId="464"/>
        </pc:sldMkLst>
        <pc:spChg chg="mod">
          <ac:chgData name="IMBIO PABELLON" userId="c2de9241c55911fd" providerId="LiveId" clId="{CD675F79-FCD5-41AA-B50C-3B513EA3C320}" dt="2025-09-30T04:05:11.806" v="895" actId="108"/>
          <ac:spMkLst>
            <pc:docMk/>
            <pc:sldMk cId="2878698194" sldId="464"/>
            <ac:spMk id="2" creationId="{FCAFFAEB-B955-58D1-1D6F-8A9CC7E6457D}"/>
          </ac:spMkLst>
        </pc:spChg>
        <pc:spChg chg="mod">
          <ac:chgData name="IMBIO PABELLON" userId="c2de9241c55911fd" providerId="LiveId" clId="{CD675F79-FCD5-41AA-B50C-3B513EA3C320}" dt="2025-09-30T03:46:10.066" v="657" actId="27636"/>
          <ac:spMkLst>
            <pc:docMk/>
            <pc:sldMk cId="2878698194" sldId="464"/>
            <ac:spMk id="3" creationId="{A8A4BBB8-80E8-3722-070A-73551D427EF9}"/>
          </ac:spMkLst>
        </pc:spChg>
      </pc:sldChg>
      <pc:sldChg chg="modSp new mod">
        <pc:chgData name="IMBIO PABELLON" userId="c2de9241c55911fd" providerId="LiveId" clId="{CD675F79-FCD5-41AA-B50C-3B513EA3C320}" dt="2025-09-30T04:06:12.200" v="909" actId="1076"/>
        <pc:sldMkLst>
          <pc:docMk/>
          <pc:sldMk cId="1009100184" sldId="465"/>
        </pc:sldMkLst>
        <pc:spChg chg="mod">
          <ac:chgData name="IMBIO PABELLON" userId="c2de9241c55911fd" providerId="LiveId" clId="{CD675F79-FCD5-41AA-B50C-3B513EA3C320}" dt="2025-09-30T04:06:12.200" v="909" actId="1076"/>
          <ac:spMkLst>
            <pc:docMk/>
            <pc:sldMk cId="1009100184" sldId="465"/>
            <ac:spMk id="2" creationId="{2CDE7F8A-781A-1B01-0C20-52173A8F92C6}"/>
          </ac:spMkLst>
        </pc:spChg>
        <pc:spChg chg="mod">
          <ac:chgData name="IMBIO PABELLON" userId="c2de9241c55911fd" providerId="LiveId" clId="{CD675F79-FCD5-41AA-B50C-3B513EA3C320}" dt="2025-09-30T03:47:52.585" v="684" actId="14100"/>
          <ac:spMkLst>
            <pc:docMk/>
            <pc:sldMk cId="1009100184" sldId="465"/>
            <ac:spMk id="3" creationId="{CE53ED4C-5237-6954-F9A7-A1B2D6B3C89E}"/>
          </ac:spMkLst>
        </pc:spChg>
      </pc:sldChg>
      <pc:sldChg chg="addSp delSp modSp new mod ord">
        <pc:chgData name="IMBIO PABELLON" userId="c2de9241c55911fd" providerId="LiveId" clId="{CD675F79-FCD5-41AA-B50C-3B513EA3C320}" dt="2025-09-30T04:27:17.510" v="1125"/>
        <pc:sldMkLst>
          <pc:docMk/>
          <pc:sldMk cId="1408463949" sldId="466"/>
        </pc:sldMkLst>
        <pc:spChg chg="del">
          <ac:chgData name="IMBIO PABELLON" userId="c2de9241c55911fd" providerId="LiveId" clId="{CD675F79-FCD5-41AA-B50C-3B513EA3C320}" dt="2025-09-30T03:54:59.572" v="732"/>
          <ac:spMkLst>
            <pc:docMk/>
            <pc:sldMk cId="1408463949" sldId="466"/>
            <ac:spMk id="3" creationId="{E3BAA138-12EE-8201-78E2-282C42C1D6B7}"/>
          </ac:spMkLst>
        </pc:spChg>
        <pc:picChg chg="add mod">
          <ac:chgData name="IMBIO PABELLON" userId="c2de9241c55911fd" providerId="LiveId" clId="{CD675F79-FCD5-41AA-B50C-3B513EA3C320}" dt="2025-09-30T03:55:07.785" v="737" actId="1076"/>
          <ac:picMkLst>
            <pc:docMk/>
            <pc:sldMk cId="1408463949" sldId="466"/>
            <ac:picMk id="4" creationId="{7CB7BB30-63DD-1E1A-FC69-4DF6C478A619}"/>
          </ac:picMkLst>
        </pc:picChg>
      </pc:sldChg>
      <pc:sldChg chg="addSp delSp modSp new mod">
        <pc:chgData name="IMBIO PABELLON" userId="c2de9241c55911fd" providerId="LiveId" clId="{CD675F79-FCD5-41AA-B50C-3B513EA3C320}" dt="2025-09-30T03:56:00.185" v="744" actId="14100"/>
        <pc:sldMkLst>
          <pc:docMk/>
          <pc:sldMk cId="3162863573" sldId="467"/>
        </pc:sldMkLst>
        <pc:spChg chg="del">
          <ac:chgData name="IMBIO PABELLON" userId="c2de9241c55911fd" providerId="LiveId" clId="{CD675F79-FCD5-41AA-B50C-3B513EA3C320}" dt="2025-09-30T03:55:46.984" v="739"/>
          <ac:spMkLst>
            <pc:docMk/>
            <pc:sldMk cId="3162863573" sldId="467"/>
            <ac:spMk id="3" creationId="{2AE945A1-51C5-3303-6A41-20C7F878A16C}"/>
          </ac:spMkLst>
        </pc:spChg>
        <pc:picChg chg="add mod">
          <ac:chgData name="IMBIO PABELLON" userId="c2de9241c55911fd" providerId="LiveId" clId="{CD675F79-FCD5-41AA-B50C-3B513EA3C320}" dt="2025-09-30T03:56:00.185" v="744" actId="14100"/>
          <ac:picMkLst>
            <pc:docMk/>
            <pc:sldMk cId="3162863573" sldId="467"/>
            <ac:picMk id="4" creationId="{85787F45-E58C-34BF-AF4B-C9E3A70062E2}"/>
          </ac:picMkLst>
        </pc:picChg>
      </pc:sldChg>
      <pc:sldChg chg="addSp delSp modSp new mod">
        <pc:chgData name="IMBIO PABELLON" userId="c2de9241c55911fd" providerId="LiveId" clId="{CD675F79-FCD5-41AA-B50C-3B513EA3C320}" dt="2025-09-30T03:57:06.108" v="749" actId="1076"/>
        <pc:sldMkLst>
          <pc:docMk/>
          <pc:sldMk cId="3806835242" sldId="468"/>
        </pc:sldMkLst>
        <pc:spChg chg="del">
          <ac:chgData name="IMBIO PABELLON" userId="c2de9241c55911fd" providerId="LiveId" clId="{CD675F79-FCD5-41AA-B50C-3B513EA3C320}" dt="2025-09-30T03:57:00.631" v="746"/>
          <ac:spMkLst>
            <pc:docMk/>
            <pc:sldMk cId="3806835242" sldId="468"/>
            <ac:spMk id="3" creationId="{6E306B43-0AA2-D424-941B-84441E496970}"/>
          </ac:spMkLst>
        </pc:spChg>
        <pc:picChg chg="add mod">
          <ac:chgData name="IMBIO PABELLON" userId="c2de9241c55911fd" providerId="LiveId" clId="{CD675F79-FCD5-41AA-B50C-3B513EA3C320}" dt="2025-09-30T03:57:06.108" v="749" actId="1076"/>
          <ac:picMkLst>
            <pc:docMk/>
            <pc:sldMk cId="3806835242" sldId="468"/>
            <ac:picMk id="5" creationId="{27E86BF0-FB63-CAD0-66B8-7F850789CB9C}"/>
          </ac:picMkLst>
        </pc:picChg>
      </pc:sldChg>
      <pc:sldChg chg="addSp delSp modSp new mod">
        <pc:chgData name="IMBIO PABELLON" userId="c2de9241c55911fd" providerId="LiveId" clId="{CD675F79-FCD5-41AA-B50C-3B513EA3C320}" dt="2025-09-30T04:08:50.666" v="932" actId="1076"/>
        <pc:sldMkLst>
          <pc:docMk/>
          <pc:sldMk cId="623714391" sldId="469"/>
        </pc:sldMkLst>
        <pc:spChg chg="mod">
          <ac:chgData name="IMBIO PABELLON" userId="c2de9241c55911fd" providerId="LiveId" clId="{CD675F79-FCD5-41AA-B50C-3B513EA3C320}" dt="2025-09-30T04:06:26.992" v="914" actId="108"/>
          <ac:spMkLst>
            <pc:docMk/>
            <pc:sldMk cId="623714391" sldId="469"/>
            <ac:spMk id="2" creationId="{4160A34B-8824-922C-626E-48E4279855D3}"/>
          </ac:spMkLst>
        </pc:spChg>
        <pc:spChg chg="del">
          <ac:chgData name="IMBIO PABELLON" userId="c2de9241c55911fd" providerId="LiveId" clId="{CD675F79-FCD5-41AA-B50C-3B513EA3C320}" dt="2025-09-30T03:58:40.302" v="751" actId="22"/>
          <ac:spMkLst>
            <pc:docMk/>
            <pc:sldMk cId="623714391" sldId="469"/>
            <ac:spMk id="3" creationId="{8EAB58F0-3B2D-2E70-1367-1DC4F48D065E}"/>
          </ac:spMkLst>
        </pc:spChg>
        <pc:spChg chg="add del mod">
          <ac:chgData name="IMBIO PABELLON" userId="c2de9241c55911fd" providerId="LiveId" clId="{CD675F79-FCD5-41AA-B50C-3B513EA3C320}" dt="2025-09-30T03:59:36.476" v="761" actId="22"/>
          <ac:spMkLst>
            <pc:docMk/>
            <pc:sldMk cId="623714391" sldId="469"/>
            <ac:spMk id="7" creationId="{4F69CD3C-6D44-0644-0BA7-FD9619FE75DA}"/>
          </ac:spMkLst>
        </pc:spChg>
        <pc:picChg chg="add del mod ord modCrop">
          <ac:chgData name="IMBIO PABELLON" userId="c2de9241c55911fd" providerId="LiveId" clId="{CD675F79-FCD5-41AA-B50C-3B513EA3C320}" dt="2025-09-30T03:59:33.820" v="760" actId="478"/>
          <ac:picMkLst>
            <pc:docMk/>
            <pc:sldMk cId="623714391" sldId="469"/>
            <ac:picMk id="5" creationId="{16CD212B-E9D8-1D49-588F-820821F7EC4A}"/>
          </ac:picMkLst>
        </pc:picChg>
        <pc:picChg chg="add mod ord modCrop">
          <ac:chgData name="IMBIO PABELLON" userId="c2de9241c55911fd" providerId="LiveId" clId="{CD675F79-FCD5-41AA-B50C-3B513EA3C320}" dt="2025-09-30T04:00:53.296" v="843" actId="1076"/>
          <ac:picMkLst>
            <pc:docMk/>
            <pc:sldMk cId="623714391" sldId="469"/>
            <ac:picMk id="9" creationId="{0D894553-E244-2A80-E359-89EF80859EB3}"/>
          </ac:picMkLst>
        </pc:picChg>
        <pc:picChg chg="add mod modCrop">
          <ac:chgData name="IMBIO PABELLON" userId="c2de9241c55911fd" providerId="LiveId" clId="{CD675F79-FCD5-41AA-B50C-3B513EA3C320}" dt="2025-09-30T04:08:50.666" v="932" actId="1076"/>
          <ac:picMkLst>
            <pc:docMk/>
            <pc:sldMk cId="623714391" sldId="469"/>
            <ac:picMk id="11" creationId="{2A76E20B-9F8F-A28D-7971-B732A8A6DAB5}"/>
          </ac:picMkLst>
        </pc:picChg>
      </pc:sldChg>
      <pc:sldChg chg="addSp delSp modSp new mod">
        <pc:chgData name="IMBIO PABELLON" userId="c2de9241c55911fd" providerId="LiveId" clId="{CD675F79-FCD5-41AA-B50C-3B513EA3C320}" dt="2025-09-30T04:06:53.837" v="920" actId="1076"/>
        <pc:sldMkLst>
          <pc:docMk/>
          <pc:sldMk cId="2896920741" sldId="470"/>
        </pc:sldMkLst>
        <pc:spChg chg="mod">
          <ac:chgData name="IMBIO PABELLON" userId="c2de9241c55911fd" providerId="LiveId" clId="{CD675F79-FCD5-41AA-B50C-3B513EA3C320}" dt="2025-09-30T04:06:53.837" v="920" actId="1076"/>
          <ac:spMkLst>
            <pc:docMk/>
            <pc:sldMk cId="2896920741" sldId="470"/>
            <ac:spMk id="2" creationId="{678C4FFD-4D78-113B-CC7F-A517A59FCC18}"/>
          </ac:spMkLst>
        </pc:spChg>
        <pc:spChg chg="del">
          <ac:chgData name="IMBIO PABELLON" userId="c2de9241c55911fd" providerId="LiveId" clId="{CD675F79-FCD5-41AA-B50C-3B513EA3C320}" dt="2025-09-30T04:01:25.508" v="845" actId="22"/>
          <ac:spMkLst>
            <pc:docMk/>
            <pc:sldMk cId="2896920741" sldId="470"/>
            <ac:spMk id="3" creationId="{95E9FA1F-81FE-964D-0214-2840A0358B16}"/>
          </ac:spMkLst>
        </pc:spChg>
        <pc:picChg chg="add mod ord modCrop">
          <ac:chgData name="IMBIO PABELLON" userId="c2de9241c55911fd" providerId="LiveId" clId="{CD675F79-FCD5-41AA-B50C-3B513EA3C320}" dt="2025-09-30T04:01:43.761" v="853" actId="1076"/>
          <ac:picMkLst>
            <pc:docMk/>
            <pc:sldMk cId="2896920741" sldId="470"/>
            <ac:picMk id="5" creationId="{82FB14AC-BE44-A86F-253A-8665E0FCEBF4}"/>
          </ac:picMkLst>
        </pc:picChg>
      </pc:sldChg>
      <pc:sldChg chg="addSp delSp modSp new mod">
        <pc:chgData name="IMBIO PABELLON" userId="c2de9241c55911fd" providerId="LiveId" clId="{CD675F79-FCD5-41AA-B50C-3B513EA3C320}" dt="2025-09-30T04:18:50.737" v="1032" actId="1076"/>
        <pc:sldMkLst>
          <pc:docMk/>
          <pc:sldMk cId="1550595387" sldId="471"/>
        </pc:sldMkLst>
        <pc:spChg chg="mod">
          <ac:chgData name="IMBIO PABELLON" userId="c2de9241c55911fd" providerId="LiveId" clId="{CD675F79-FCD5-41AA-B50C-3B513EA3C320}" dt="2025-09-30T04:18:50.737" v="1032" actId="1076"/>
          <ac:spMkLst>
            <pc:docMk/>
            <pc:sldMk cId="1550595387" sldId="471"/>
            <ac:spMk id="2" creationId="{40ED3E5F-C93D-36CD-3A0E-8A6C571E00B1}"/>
          </ac:spMkLst>
        </pc:spChg>
        <pc:spChg chg="del">
          <ac:chgData name="IMBIO PABELLON" userId="c2de9241c55911fd" providerId="LiveId" clId="{CD675F79-FCD5-41AA-B50C-3B513EA3C320}" dt="2025-09-30T04:14:00.508" v="947"/>
          <ac:spMkLst>
            <pc:docMk/>
            <pc:sldMk cId="1550595387" sldId="471"/>
            <ac:spMk id="3" creationId="{5D9F2BEC-D931-0861-7AE5-62A92BD349C9}"/>
          </ac:spMkLst>
        </pc:spChg>
        <pc:picChg chg="add mod modCrop">
          <ac:chgData name="IMBIO PABELLON" userId="c2de9241c55911fd" providerId="LiveId" clId="{CD675F79-FCD5-41AA-B50C-3B513EA3C320}" dt="2025-09-30T04:14:17.598" v="955" actId="14100"/>
          <ac:picMkLst>
            <pc:docMk/>
            <pc:sldMk cId="1550595387" sldId="471"/>
            <ac:picMk id="4" creationId="{6771E9F6-7491-0F0C-BCAE-55659BCE868A}"/>
          </ac:picMkLst>
        </pc:picChg>
        <pc:picChg chg="add del mod modCrop">
          <ac:chgData name="IMBIO PABELLON" userId="c2de9241c55911fd" providerId="LiveId" clId="{CD675F79-FCD5-41AA-B50C-3B513EA3C320}" dt="2025-09-30T04:17:38.706" v="962" actId="478"/>
          <ac:picMkLst>
            <pc:docMk/>
            <pc:sldMk cId="1550595387" sldId="471"/>
            <ac:picMk id="5" creationId="{D16D80B9-721E-F8EA-D2A6-9CAEF2ECCBCC}"/>
          </ac:picMkLst>
        </pc:picChg>
        <pc:picChg chg="add mod modCrop">
          <ac:chgData name="IMBIO PABELLON" userId="c2de9241c55911fd" providerId="LiveId" clId="{CD675F79-FCD5-41AA-B50C-3B513EA3C320}" dt="2025-09-30T04:17:53.335" v="968" actId="1076"/>
          <ac:picMkLst>
            <pc:docMk/>
            <pc:sldMk cId="1550595387" sldId="471"/>
            <ac:picMk id="6" creationId="{80085B78-39A5-0795-7083-9F638E897EC7}"/>
          </ac:picMkLst>
        </pc:picChg>
      </pc:sldChg>
      <pc:sldChg chg="addSp delSp modSp new mod">
        <pc:chgData name="IMBIO PABELLON" userId="c2de9241c55911fd" providerId="LiveId" clId="{CD675F79-FCD5-41AA-B50C-3B513EA3C320}" dt="2025-09-30T04:22:52.645" v="1052" actId="1076"/>
        <pc:sldMkLst>
          <pc:docMk/>
          <pc:sldMk cId="1641993363" sldId="472"/>
        </pc:sldMkLst>
        <pc:spChg chg="del">
          <ac:chgData name="IMBIO PABELLON" userId="c2de9241c55911fd" providerId="LiveId" clId="{CD675F79-FCD5-41AA-B50C-3B513EA3C320}" dt="2025-09-30T04:22:25.644" v="1045"/>
          <ac:spMkLst>
            <pc:docMk/>
            <pc:sldMk cId="1641993363" sldId="472"/>
            <ac:spMk id="3" creationId="{12BE43F2-D60E-DB33-156B-C5DF55FC3B3E}"/>
          </ac:spMkLst>
        </pc:spChg>
        <pc:picChg chg="add mod modCrop">
          <ac:chgData name="IMBIO PABELLON" userId="c2de9241c55911fd" providerId="LiveId" clId="{CD675F79-FCD5-41AA-B50C-3B513EA3C320}" dt="2025-09-30T04:22:52.645" v="1052" actId="1076"/>
          <ac:picMkLst>
            <pc:docMk/>
            <pc:sldMk cId="1641993363" sldId="472"/>
            <ac:picMk id="4" creationId="{F14AD112-18E5-E892-688B-86043ED365C0}"/>
          </ac:picMkLst>
        </pc:picChg>
      </pc:sldChg>
      <pc:sldChg chg="modSp new mod">
        <pc:chgData name="IMBIO PABELLON" userId="c2de9241c55911fd" providerId="LiveId" clId="{CD675F79-FCD5-41AA-B50C-3B513EA3C320}" dt="2025-09-30T04:26:54.512" v="1123" actId="1076"/>
        <pc:sldMkLst>
          <pc:docMk/>
          <pc:sldMk cId="4059887947" sldId="473"/>
        </pc:sldMkLst>
        <pc:spChg chg="mod">
          <ac:chgData name="IMBIO PABELLON" userId="c2de9241c55911fd" providerId="LiveId" clId="{CD675F79-FCD5-41AA-B50C-3B513EA3C320}" dt="2025-09-30T04:26:23.540" v="1110" actId="403"/>
          <ac:spMkLst>
            <pc:docMk/>
            <pc:sldMk cId="4059887947" sldId="473"/>
            <ac:spMk id="2" creationId="{25DB6784-DB87-8061-282E-68D9E124C09C}"/>
          </ac:spMkLst>
        </pc:spChg>
        <pc:spChg chg="mod">
          <ac:chgData name="IMBIO PABELLON" userId="c2de9241c55911fd" providerId="LiveId" clId="{CD675F79-FCD5-41AA-B50C-3B513EA3C320}" dt="2025-09-30T04:26:54.512" v="1123" actId="1076"/>
          <ac:spMkLst>
            <pc:docMk/>
            <pc:sldMk cId="4059887947" sldId="473"/>
            <ac:spMk id="3" creationId="{B4E79EB9-BD4A-41EF-38AC-2CDD7EBEDFD9}"/>
          </ac:spMkLst>
        </pc:spChg>
      </pc:sldChg>
      <pc:sldChg chg="modSp new mod">
        <pc:chgData name="IMBIO PABELLON" userId="c2de9241c55911fd" providerId="LiveId" clId="{CD675F79-FCD5-41AA-B50C-3B513EA3C320}" dt="2025-09-30T04:26:43.805" v="1122" actId="1076"/>
        <pc:sldMkLst>
          <pc:docMk/>
          <pc:sldMk cId="538436497" sldId="474"/>
        </pc:sldMkLst>
        <pc:spChg chg="mod">
          <ac:chgData name="IMBIO PABELLON" userId="c2de9241c55911fd" providerId="LiveId" clId="{CD675F79-FCD5-41AA-B50C-3B513EA3C320}" dt="2025-09-30T04:26:35.497" v="1116" actId="1076"/>
          <ac:spMkLst>
            <pc:docMk/>
            <pc:sldMk cId="538436497" sldId="474"/>
            <ac:spMk id="2" creationId="{5C905B5A-23FD-29D4-721B-C1EAB4C087A9}"/>
          </ac:spMkLst>
        </pc:spChg>
        <pc:spChg chg="mod">
          <ac:chgData name="IMBIO PABELLON" userId="c2de9241c55911fd" providerId="LiveId" clId="{CD675F79-FCD5-41AA-B50C-3B513EA3C320}" dt="2025-09-30T04:26:43.805" v="1122" actId="1076"/>
          <ac:spMkLst>
            <pc:docMk/>
            <pc:sldMk cId="538436497" sldId="474"/>
            <ac:spMk id="3" creationId="{0B876E6F-C16B-3E44-7A7C-B7E478C6691B}"/>
          </ac:spMkLst>
        </pc:spChg>
      </pc:sldChg>
      <pc:sldChg chg="addSp delSp modSp new mod">
        <pc:chgData name="IMBIO PABELLON" userId="c2de9241c55911fd" providerId="LiveId" clId="{CD675F79-FCD5-41AA-B50C-3B513EA3C320}" dt="2025-09-30T04:32:15.360" v="1131" actId="1076"/>
        <pc:sldMkLst>
          <pc:docMk/>
          <pc:sldMk cId="3703777667" sldId="475"/>
        </pc:sldMkLst>
        <pc:spChg chg="del">
          <ac:chgData name="IMBIO PABELLON" userId="c2de9241c55911fd" providerId="LiveId" clId="{CD675F79-FCD5-41AA-B50C-3B513EA3C320}" dt="2025-09-30T04:32:09.908" v="1128"/>
          <ac:spMkLst>
            <pc:docMk/>
            <pc:sldMk cId="3703777667" sldId="475"/>
            <ac:spMk id="3" creationId="{B5D6509D-1121-727B-0271-13DD8ECC3EDA}"/>
          </ac:spMkLst>
        </pc:spChg>
        <pc:picChg chg="add mod">
          <ac:chgData name="IMBIO PABELLON" userId="c2de9241c55911fd" providerId="LiveId" clId="{CD675F79-FCD5-41AA-B50C-3B513EA3C320}" dt="2025-09-30T04:32:15.360" v="1131" actId="1076"/>
          <ac:picMkLst>
            <pc:docMk/>
            <pc:sldMk cId="3703777667" sldId="475"/>
            <ac:picMk id="4" creationId="{C32A0377-8E19-F4EC-499B-4262CAC6A632}"/>
          </ac:picMkLst>
        </pc:picChg>
      </pc:sldChg>
      <pc:sldChg chg="addSp delSp modSp new mod">
        <pc:chgData name="IMBIO PABELLON" userId="c2de9241c55911fd" providerId="LiveId" clId="{CD675F79-FCD5-41AA-B50C-3B513EA3C320}" dt="2025-09-30T04:36:02.043" v="1139" actId="1076"/>
        <pc:sldMkLst>
          <pc:docMk/>
          <pc:sldMk cId="2080035036" sldId="476"/>
        </pc:sldMkLst>
        <pc:spChg chg="del">
          <ac:chgData name="IMBIO PABELLON" userId="c2de9241c55911fd" providerId="LiveId" clId="{CD675F79-FCD5-41AA-B50C-3B513EA3C320}" dt="2025-09-30T04:35:54.029" v="1133"/>
          <ac:spMkLst>
            <pc:docMk/>
            <pc:sldMk cId="2080035036" sldId="476"/>
            <ac:spMk id="3" creationId="{5538E5B4-9BE3-9404-226F-7D094BA4C4DC}"/>
          </ac:spMkLst>
        </pc:spChg>
        <pc:picChg chg="add mod">
          <ac:chgData name="IMBIO PABELLON" userId="c2de9241c55911fd" providerId="LiveId" clId="{CD675F79-FCD5-41AA-B50C-3B513EA3C320}" dt="2025-09-30T04:36:02.043" v="1139" actId="1076"/>
          <ac:picMkLst>
            <pc:docMk/>
            <pc:sldMk cId="2080035036" sldId="476"/>
            <ac:picMk id="4" creationId="{0B1872D2-81BC-0C31-C7D9-12EBFD4FB9F0}"/>
          </ac:picMkLst>
        </pc:picChg>
      </pc:sldChg>
      <pc:sldChg chg="addSp delSp modSp new mod">
        <pc:chgData name="IMBIO PABELLON" userId="c2de9241c55911fd" providerId="LiveId" clId="{CD675F79-FCD5-41AA-B50C-3B513EA3C320}" dt="2025-09-30T04:43:57.558" v="1211" actId="1076"/>
        <pc:sldMkLst>
          <pc:docMk/>
          <pc:sldMk cId="835194882" sldId="477"/>
        </pc:sldMkLst>
        <pc:spChg chg="mod">
          <ac:chgData name="IMBIO PABELLON" userId="c2de9241c55911fd" providerId="LiveId" clId="{CD675F79-FCD5-41AA-B50C-3B513EA3C320}" dt="2025-09-30T04:41:44.754" v="1204" actId="1076"/>
          <ac:spMkLst>
            <pc:docMk/>
            <pc:sldMk cId="835194882" sldId="477"/>
            <ac:spMk id="2" creationId="{C1AFA647-6DDE-A8EC-78C8-AE186FDCF2FD}"/>
          </ac:spMkLst>
        </pc:spChg>
        <pc:spChg chg="del">
          <ac:chgData name="IMBIO PABELLON" userId="c2de9241c55911fd" providerId="LiveId" clId="{CD675F79-FCD5-41AA-B50C-3B513EA3C320}" dt="2025-09-30T04:40:20.960" v="1183"/>
          <ac:spMkLst>
            <pc:docMk/>
            <pc:sldMk cId="835194882" sldId="477"/>
            <ac:spMk id="3" creationId="{8EDF7214-21A7-F86F-932C-8F96E37CA143}"/>
          </ac:spMkLst>
        </pc:spChg>
        <pc:spChg chg="add mod">
          <ac:chgData name="IMBIO PABELLON" userId="c2de9241c55911fd" providerId="LiveId" clId="{CD675F79-FCD5-41AA-B50C-3B513EA3C320}" dt="2025-09-30T04:43:57.558" v="1211" actId="1076"/>
          <ac:spMkLst>
            <pc:docMk/>
            <pc:sldMk cId="835194882" sldId="477"/>
            <ac:spMk id="4" creationId="{DF1C9284-C174-4107-525E-C09135D9FF1E}"/>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436C98-9C4B-4288-9F28-FDF940779A7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D39A88B-47CA-4DA5-B87E-938553149C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2C210D4-8A5B-4C88-A35B-2218D636DD06}"/>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5" name="Marcador de pie de página 4">
            <a:extLst>
              <a:ext uri="{FF2B5EF4-FFF2-40B4-BE49-F238E27FC236}">
                <a16:creationId xmlns:a16="http://schemas.microsoft.com/office/drawing/2014/main" id="{B1BF88A4-EF7C-40AD-A1BE-E8A73F85DD2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76651DA-D143-4EE8-9CAF-45D8D89739A6}"/>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32333757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C96ACC-F5FF-4BB8-BECF-3386972CA5B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6B7EE1DC-2076-4720-B4D1-213DFCCCBC2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EB43C9D-43AF-48B6-BA60-D5A89CCA8B3A}"/>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5" name="Marcador de pie de página 4">
            <a:extLst>
              <a:ext uri="{FF2B5EF4-FFF2-40B4-BE49-F238E27FC236}">
                <a16:creationId xmlns:a16="http://schemas.microsoft.com/office/drawing/2014/main" id="{56278DAA-C897-4C87-9904-8D2A7919C64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BA78D965-EABA-465C-A9BB-60146C7CBD09}"/>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780373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7EDAC6-C51F-4BC1-A191-63E9A5476EC3}"/>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B73D8C4-B72E-4196-8230-DD9E0A61F0E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F77F8B8-89CF-4CFE-B339-94328F0ECE01}"/>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5" name="Marcador de pie de página 4">
            <a:extLst>
              <a:ext uri="{FF2B5EF4-FFF2-40B4-BE49-F238E27FC236}">
                <a16:creationId xmlns:a16="http://schemas.microsoft.com/office/drawing/2014/main" id="{D33F72A7-A9B5-4D2F-A090-DC938C8BFF9B}"/>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F8D5F9D3-6A30-4783-A1EA-6FECE5CE8934}"/>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3216332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8A26B1-959E-4B68-AB4F-84E89019AF4C}"/>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1C26B037-D8E1-43F7-80A0-EFC8FEFC281C}"/>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8D0A3C71-CDAB-453F-BE4F-5508A958ACC0}"/>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33E6E7DB-A196-4CFE-B3CC-06CBB4010029}"/>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6" name="Marcador de pie de página 5">
            <a:extLst>
              <a:ext uri="{FF2B5EF4-FFF2-40B4-BE49-F238E27FC236}">
                <a16:creationId xmlns:a16="http://schemas.microsoft.com/office/drawing/2014/main" id="{7C68BEFB-C72A-494E-8A72-B02D8DC342E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CC54762-6B96-4C2A-8E8C-1F4E2C06E7BE}"/>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1271357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C5E665-4824-4022-8838-F54126DF500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371EC52-6772-447C-9C68-BC0FF89387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04B92C3C-5141-478B-95C3-601E8CE72E0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556F7EC6-712E-4FC6-8B77-D22C33856F1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C07F9922-5C99-4DBC-A975-9BA029B8616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A73A04E4-4B9E-40CA-9CFC-F577E0888106}"/>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8" name="Marcador de pie de página 7">
            <a:extLst>
              <a:ext uri="{FF2B5EF4-FFF2-40B4-BE49-F238E27FC236}">
                <a16:creationId xmlns:a16="http://schemas.microsoft.com/office/drawing/2014/main" id="{2C3A082E-4E18-4771-A8AC-1D08CA79C7ED}"/>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1AA9700-AC90-4F89-BF40-65DC18566517}"/>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2656499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8755C-F05C-4747-8041-5BCEC62FC31E}"/>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FD761735-DC14-4A5F-939B-E325A36F2567}"/>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4" name="Marcador de pie de página 3">
            <a:extLst>
              <a:ext uri="{FF2B5EF4-FFF2-40B4-BE49-F238E27FC236}">
                <a16:creationId xmlns:a16="http://schemas.microsoft.com/office/drawing/2014/main" id="{5CD32B9F-0459-4538-BBB2-30602E9C009B}"/>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8B245FE-B44E-4EC1-8054-E5E787AA1E82}"/>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1117623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2CE495AE-D3FB-4FB7-B3CC-314B58058B93}"/>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3" name="Marcador de pie de página 2">
            <a:extLst>
              <a:ext uri="{FF2B5EF4-FFF2-40B4-BE49-F238E27FC236}">
                <a16:creationId xmlns:a16="http://schemas.microsoft.com/office/drawing/2014/main" id="{5663AB87-2F36-44B3-8511-3EA01B33669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33600DA-4C5A-4DF7-85AC-AE292C33166F}"/>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23727847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94CEDD-7656-401F-AD3C-E23C5163658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445BB871-A104-45D6-8965-D226911ABE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ECFEF9B9-45D1-4397-B238-9BE531BD31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14014F4-3B84-46F4-AEF7-0FA8B8F91CAC}"/>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6" name="Marcador de pie de página 5">
            <a:extLst>
              <a:ext uri="{FF2B5EF4-FFF2-40B4-BE49-F238E27FC236}">
                <a16:creationId xmlns:a16="http://schemas.microsoft.com/office/drawing/2014/main" id="{C3674CDD-B5A5-4261-8ADC-100C1586B0AF}"/>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A51D5C7-C2C0-4DE2-AA23-FA30E9CE4951}"/>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4226147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41F72E-C690-480B-92EC-ECF3F964813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6D998687-3BD4-47EC-9BF6-2FE2B8F71C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7F8F35FA-9236-4583-A671-2C9449D982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42E5F18-19FA-477C-B28D-2E437E51EC55}"/>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6" name="Marcador de pie de página 5">
            <a:extLst>
              <a:ext uri="{FF2B5EF4-FFF2-40B4-BE49-F238E27FC236}">
                <a16:creationId xmlns:a16="http://schemas.microsoft.com/office/drawing/2014/main" id="{76CC3550-E60B-4EA5-BB17-90AEDA0370BB}"/>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91DFD45-7C0A-4B4F-B9D5-2FD86A6A4E24}"/>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57772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DF53A5-91D9-4834-9F0C-C02050008913}"/>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FD42360C-9BF0-4118-A308-16CF0AEA634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28AFB201-04F6-436C-B3BD-33538C63C450}"/>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5" name="Marcador de pie de página 4">
            <a:extLst>
              <a:ext uri="{FF2B5EF4-FFF2-40B4-BE49-F238E27FC236}">
                <a16:creationId xmlns:a16="http://schemas.microsoft.com/office/drawing/2014/main" id="{C87D51F2-1987-4513-B929-BC3E8D77E20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814D78B-4657-499A-825C-BE313806D7ED}"/>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71305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288593D-B85A-461F-8C1E-EB06BAA76A3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0818A902-9056-4FF9-B7CF-D81FA9F10B6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F703487-7B6E-4B95-9F4A-F303704650B1}"/>
              </a:ext>
            </a:extLst>
          </p:cNvPr>
          <p:cNvSpPr>
            <a:spLocks noGrp="1"/>
          </p:cNvSpPr>
          <p:nvPr>
            <p:ph type="dt" sz="half" idx="10"/>
          </p:nvPr>
        </p:nvSpPr>
        <p:spPr/>
        <p:txBody>
          <a:bodyPr/>
          <a:lstStyle/>
          <a:p>
            <a:fld id="{4DE954BB-2C97-4871-BEF2-20DB2135485D}" type="datetimeFigureOut">
              <a:rPr lang="es-MX" smtClean="0"/>
              <a:t>29/09/2025</a:t>
            </a:fld>
            <a:endParaRPr lang="es-MX"/>
          </a:p>
        </p:txBody>
      </p:sp>
      <p:sp>
        <p:nvSpPr>
          <p:cNvPr id="5" name="Marcador de pie de página 4">
            <a:extLst>
              <a:ext uri="{FF2B5EF4-FFF2-40B4-BE49-F238E27FC236}">
                <a16:creationId xmlns:a16="http://schemas.microsoft.com/office/drawing/2014/main" id="{4571DCFC-BE47-4844-B69C-EF5633A423A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AFFD38D8-FFBA-4A50-9724-40A1D42B6609}"/>
              </a:ext>
            </a:extLst>
          </p:cNvPr>
          <p:cNvSpPr>
            <a:spLocks noGrp="1"/>
          </p:cNvSpPr>
          <p:nvPr>
            <p:ph type="sldNum" sz="quarter" idx="12"/>
          </p:nvPr>
        </p:nvSpPr>
        <p:spPr/>
        <p:txBody>
          <a:bodyPr/>
          <a:lstStyle/>
          <a:p>
            <a:fld id="{DE5C3039-7803-4A9C-8735-CCED763EFAC9}" type="slidenum">
              <a:rPr lang="es-MX" smtClean="0"/>
              <a:t>‹Nº›</a:t>
            </a:fld>
            <a:endParaRPr lang="es-MX"/>
          </a:p>
        </p:txBody>
      </p:sp>
    </p:spTree>
    <p:extLst>
      <p:ext uri="{BB962C8B-B14F-4D97-AF65-F5344CB8AC3E}">
        <p14:creationId xmlns:p14="http://schemas.microsoft.com/office/powerpoint/2010/main" val="3365003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05BADA6A-D8EE-461A-B06E-490D0479D8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49E36BB-C891-4614-97C6-B04195B94DA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08049E1-8F6A-48F9-B118-69FDAFF700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E954BB-2C97-4871-BEF2-20DB2135485D}" type="datetimeFigureOut">
              <a:rPr lang="es-MX" smtClean="0"/>
              <a:t>29/09/2025</a:t>
            </a:fld>
            <a:endParaRPr lang="es-MX"/>
          </a:p>
        </p:txBody>
      </p:sp>
      <p:sp>
        <p:nvSpPr>
          <p:cNvPr id="5" name="Marcador de pie de página 4">
            <a:extLst>
              <a:ext uri="{FF2B5EF4-FFF2-40B4-BE49-F238E27FC236}">
                <a16:creationId xmlns:a16="http://schemas.microsoft.com/office/drawing/2014/main" id="{8035CFFE-F1B5-4FA3-B1F3-78297A6304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3A50D6A0-004A-41FA-A5C3-8ACACD1097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5C3039-7803-4A9C-8735-CCED763EFAC9}" type="slidenum">
              <a:rPr lang="es-MX" smtClean="0"/>
              <a:t>‹Nº›</a:t>
            </a:fld>
            <a:endParaRPr lang="es-MX"/>
          </a:p>
        </p:txBody>
      </p:sp>
    </p:spTree>
    <p:extLst>
      <p:ext uri="{BB962C8B-B14F-4D97-AF65-F5344CB8AC3E}">
        <p14:creationId xmlns:p14="http://schemas.microsoft.com/office/powerpoint/2010/main" val="3893705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hyperlink" Target="http://upload.wikimedia.org/wikipedia/commons/b/b3/MonthlyMeanT.gif"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250DCA2-19CD-9BE4-48A6-B17179D2692E}"/>
              </a:ext>
            </a:extLst>
          </p:cNvPr>
          <p:cNvSpPr txBox="1"/>
          <p:nvPr/>
        </p:nvSpPr>
        <p:spPr>
          <a:xfrm>
            <a:off x="277314" y="4827468"/>
            <a:ext cx="8846196" cy="1200329"/>
          </a:xfrm>
          <a:prstGeom prst="rect">
            <a:avLst/>
          </a:prstGeom>
          <a:noFill/>
        </p:spPr>
        <p:txBody>
          <a:bodyPr wrap="square">
            <a:spAutoFit/>
          </a:bodyPr>
          <a:lstStyle/>
          <a:p>
            <a:pPr algn="ctr"/>
            <a:r>
              <a:rPr lang="es-MX" sz="3600" b="1" dirty="0">
                <a:latin typeface="Aptos Black" panose="020B0004020202020204" pitchFamily="34" charset="0"/>
                <a:cs typeface="Arial" panose="020B0604020202020204" pitchFamily="34" charset="0"/>
              </a:rPr>
              <a:t>Plan de acción climática local</a:t>
            </a:r>
          </a:p>
          <a:p>
            <a:pPr algn="ctr"/>
            <a:r>
              <a:rPr lang="es-MX" sz="3600" b="1" dirty="0">
                <a:latin typeface="Aptos Black" panose="020B0004020202020204" pitchFamily="34" charset="0"/>
                <a:cs typeface="Arial" panose="020B0604020202020204" pitchFamily="34" charset="0"/>
              </a:rPr>
              <a:t>del municipio de Pabellón de Arteaga</a:t>
            </a:r>
          </a:p>
        </p:txBody>
      </p:sp>
      <p:pic>
        <p:nvPicPr>
          <p:cNvPr id="4" name="Imagen 3">
            <a:extLst>
              <a:ext uri="{FF2B5EF4-FFF2-40B4-BE49-F238E27FC236}">
                <a16:creationId xmlns:a16="http://schemas.microsoft.com/office/drawing/2014/main" id="{15719E2C-8F26-D88C-B55B-8F05E3D36DDF}"/>
              </a:ext>
            </a:extLst>
          </p:cNvPr>
          <p:cNvPicPr>
            <a:picLocks noChangeAspect="1"/>
          </p:cNvPicPr>
          <p:nvPr/>
        </p:nvPicPr>
        <p:blipFill>
          <a:blip r:embed="rId2">
            <a:extLst>
              <a:ext uri="{28A0092B-C50C-407E-A947-70E740481C1C}">
                <a14:useLocalDpi xmlns:a14="http://schemas.microsoft.com/office/drawing/2010/main" val="0"/>
              </a:ext>
            </a:extLst>
          </a:blip>
          <a:srcRect t="59111"/>
          <a:stretch>
            <a:fillRect/>
          </a:stretch>
        </p:blipFill>
        <p:spPr>
          <a:xfrm>
            <a:off x="0" y="830203"/>
            <a:ext cx="9400825" cy="3843893"/>
          </a:xfrm>
          <a:prstGeom prst="rect">
            <a:avLst/>
          </a:prstGeom>
        </p:spPr>
      </p:pic>
    </p:spTree>
    <p:extLst>
      <p:ext uri="{BB962C8B-B14F-4D97-AF65-F5344CB8AC3E}">
        <p14:creationId xmlns:p14="http://schemas.microsoft.com/office/powerpoint/2010/main" val="1370495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CuadroTexto"/>
          <p:cNvSpPr txBox="1">
            <a:spLocks noChangeArrowheads="1"/>
          </p:cNvSpPr>
          <p:nvPr/>
        </p:nvSpPr>
        <p:spPr bwMode="auto">
          <a:xfrm>
            <a:off x="5052647" y="2930380"/>
            <a:ext cx="6240026" cy="20621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charset="0"/>
                <a:ea typeface="ＭＳ Ｐゴシック" pitchFamily="34" charset="-128"/>
              </a:defRPr>
            </a:lvl1pPr>
            <a:lvl2pPr marL="742950" indent="-285750" eaLnBrk="0" hangingPunct="0">
              <a:defRPr sz="2400">
                <a:solidFill>
                  <a:schemeClr val="tx1"/>
                </a:solidFill>
                <a:latin typeface="Arial" charset="0"/>
                <a:ea typeface="ＭＳ Ｐゴシック" pitchFamily="34" charset="-128"/>
              </a:defRPr>
            </a:lvl2pPr>
            <a:lvl3pPr marL="1143000" indent="-228600" eaLnBrk="0" hangingPunct="0">
              <a:defRPr sz="2400">
                <a:solidFill>
                  <a:schemeClr val="tx1"/>
                </a:solidFill>
                <a:latin typeface="Arial" charset="0"/>
                <a:ea typeface="ＭＳ Ｐゴシック" pitchFamily="34" charset="-128"/>
              </a:defRPr>
            </a:lvl3pPr>
            <a:lvl4pPr marL="1600200" indent="-228600" eaLnBrk="0" hangingPunct="0">
              <a:defRPr sz="2400">
                <a:solidFill>
                  <a:schemeClr val="tx1"/>
                </a:solidFill>
                <a:latin typeface="Arial" charset="0"/>
                <a:ea typeface="ＭＳ Ｐゴシック" pitchFamily="34" charset="-128"/>
              </a:defRPr>
            </a:lvl4pPr>
            <a:lvl5pPr marL="2057400" indent="-228600" eaLnBrk="0" hangingPunct="0">
              <a:defRPr sz="2400">
                <a:solidFill>
                  <a:schemeClr val="tx1"/>
                </a:solidFill>
                <a:latin typeface="Arial"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charset="0"/>
                <a:ea typeface="ＭＳ Ｐゴシック" pitchFamily="34" charset="-128"/>
              </a:defRPr>
            </a:lvl9pPr>
          </a:lstStyle>
          <a:p>
            <a:pPr algn="just" eaLnBrk="1" hangingPunct="1"/>
            <a:r>
              <a:rPr lang="es-ES" sz="3200" dirty="0">
                <a:latin typeface="Arial" panose="020B0604020202020204" pitchFamily="34" charset="0"/>
                <a:cs typeface="Arial" panose="020B0604020202020204" pitchFamily="34" charset="0"/>
              </a:rPr>
              <a:t>Se llama </a:t>
            </a:r>
            <a:r>
              <a:rPr lang="es-ES" sz="3200" b="1" dirty="0">
                <a:latin typeface="Arial" panose="020B0604020202020204" pitchFamily="34" charset="0"/>
                <a:cs typeface="Arial" panose="020B0604020202020204" pitchFamily="34" charset="0"/>
              </a:rPr>
              <a:t>cambio climático</a:t>
            </a:r>
            <a:r>
              <a:rPr lang="es-ES" sz="3200" dirty="0">
                <a:latin typeface="Arial" panose="020B0604020202020204" pitchFamily="34" charset="0"/>
                <a:cs typeface="Arial" panose="020B0604020202020204" pitchFamily="34" charset="0"/>
              </a:rPr>
              <a:t> a la modificación del clima  con respecto al historial climático a una escala global o regional. </a:t>
            </a:r>
          </a:p>
        </p:txBody>
      </p:sp>
      <p:pic>
        <p:nvPicPr>
          <p:cNvPr id="5" name="Picture 2" descr="Archivo:MonthlyMeanT.gif">
            <a:hlinkClick r:id="rId2"/>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90946" y="2344632"/>
            <a:ext cx="3897032" cy="3270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1 Título">
            <a:extLst>
              <a:ext uri="{FF2B5EF4-FFF2-40B4-BE49-F238E27FC236}">
                <a16:creationId xmlns:a16="http://schemas.microsoft.com/office/drawing/2014/main" id="{5D5C1F3B-F575-2202-C82B-50B6A340DECB}"/>
              </a:ext>
            </a:extLst>
          </p:cNvPr>
          <p:cNvSpPr>
            <a:spLocks noGrp="1"/>
          </p:cNvSpPr>
          <p:nvPr>
            <p:ph type="title"/>
          </p:nvPr>
        </p:nvSpPr>
        <p:spPr>
          <a:xfrm>
            <a:off x="466764" y="376075"/>
            <a:ext cx="8229600" cy="594137"/>
          </a:xfrm>
          <a:noFill/>
        </p:spPr>
        <p:txBody>
          <a:bodyPr wrap="square">
            <a:spAutoFit/>
          </a:bodyPr>
          <a:lstStyle/>
          <a:p>
            <a:pPr algn="ctr"/>
            <a:r>
              <a:rPr lang="es-ES_tradnl" sz="3600" b="1" dirty="0">
                <a:latin typeface="Aptos Black" panose="020B0004020202020204" pitchFamily="34" charset="0"/>
                <a:ea typeface="+mn-ea"/>
                <a:cs typeface="Arial" panose="020B0604020202020204" pitchFamily="34" charset="0"/>
              </a:rPr>
              <a:t>¿Qué es el cambio climático?</a:t>
            </a:r>
          </a:p>
        </p:txBody>
      </p:sp>
    </p:spTree>
    <p:extLst>
      <p:ext uri="{BB962C8B-B14F-4D97-AF65-F5344CB8AC3E}">
        <p14:creationId xmlns:p14="http://schemas.microsoft.com/office/powerpoint/2010/main" val="3367374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9F0F57-04B2-1924-6FCE-3DED293F9142}"/>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879BDE69-A462-ED29-0900-069265965E6F}"/>
              </a:ext>
            </a:extLst>
          </p:cNvPr>
          <p:cNvPicPr>
            <a:picLocks noGrp="1" noChangeAspect="1"/>
          </p:cNvPicPr>
          <p:nvPr>
            <p:ph idx="1"/>
          </p:nvPr>
        </p:nvPicPr>
        <p:blipFill>
          <a:blip r:embed="rId2"/>
          <a:stretch>
            <a:fillRect/>
          </a:stretch>
        </p:blipFill>
        <p:spPr>
          <a:xfrm>
            <a:off x="251063" y="365125"/>
            <a:ext cx="9493438" cy="6007990"/>
          </a:xfrm>
          <a:prstGeom prst="rect">
            <a:avLst/>
          </a:prstGeom>
          <a:noFill/>
        </p:spPr>
      </p:pic>
    </p:spTree>
    <p:extLst>
      <p:ext uri="{BB962C8B-B14F-4D97-AF65-F5344CB8AC3E}">
        <p14:creationId xmlns:p14="http://schemas.microsoft.com/office/powerpoint/2010/main" val="2535260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75ACC8-F7EC-A498-E62E-DC82528458CF}"/>
              </a:ext>
            </a:extLst>
          </p:cNvPr>
          <p:cNvSpPr>
            <a:spLocks noGrp="1"/>
          </p:cNvSpPr>
          <p:nvPr>
            <p:ph type="title"/>
          </p:nvPr>
        </p:nvSpPr>
        <p:spPr/>
        <p:txBody>
          <a:bodyPr/>
          <a:lstStyle/>
          <a:p>
            <a:endParaRPr lang="es-MX"/>
          </a:p>
        </p:txBody>
      </p:sp>
      <p:pic>
        <p:nvPicPr>
          <p:cNvPr id="7" name="Marcador de contenido 6">
            <a:extLst>
              <a:ext uri="{FF2B5EF4-FFF2-40B4-BE49-F238E27FC236}">
                <a16:creationId xmlns:a16="http://schemas.microsoft.com/office/drawing/2014/main" id="{2DAB2768-BDFB-731D-79EB-B5576C11EC50}"/>
              </a:ext>
            </a:extLst>
          </p:cNvPr>
          <p:cNvPicPr>
            <a:picLocks noGrp="1" noChangeAspect="1"/>
          </p:cNvPicPr>
          <p:nvPr>
            <p:ph idx="1"/>
          </p:nvPr>
        </p:nvPicPr>
        <p:blipFill>
          <a:blip r:embed="rId2"/>
          <a:stretch>
            <a:fillRect/>
          </a:stretch>
        </p:blipFill>
        <p:spPr>
          <a:xfrm>
            <a:off x="527644" y="119655"/>
            <a:ext cx="11136712" cy="6256580"/>
          </a:xfrm>
          <a:prstGeom prst="rect">
            <a:avLst/>
          </a:prstGeom>
        </p:spPr>
      </p:pic>
    </p:spTree>
    <p:extLst>
      <p:ext uri="{BB962C8B-B14F-4D97-AF65-F5344CB8AC3E}">
        <p14:creationId xmlns:p14="http://schemas.microsoft.com/office/powerpoint/2010/main" val="11682096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6764" y="376075"/>
            <a:ext cx="8229600" cy="594137"/>
          </a:xfrm>
          <a:noFill/>
        </p:spPr>
        <p:txBody>
          <a:bodyPr wrap="square">
            <a:spAutoFit/>
          </a:bodyPr>
          <a:lstStyle/>
          <a:p>
            <a:pPr algn="ctr"/>
            <a:r>
              <a:rPr lang="es-ES_tradnl" sz="3600" b="1" dirty="0">
                <a:latin typeface="Aptos Black" panose="020B0004020202020204" pitchFamily="34" charset="0"/>
                <a:ea typeface="+mn-ea"/>
                <a:cs typeface="Arial" panose="020B0604020202020204" pitchFamily="34" charset="0"/>
              </a:rPr>
              <a:t>Gases implicados naturales</a:t>
            </a:r>
          </a:p>
        </p:txBody>
      </p:sp>
      <p:sp>
        <p:nvSpPr>
          <p:cNvPr id="3" name="2 Marcador de contenido"/>
          <p:cNvSpPr>
            <a:spLocks noGrp="1"/>
          </p:cNvSpPr>
          <p:nvPr>
            <p:ph idx="1"/>
          </p:nvPr>
        </p:nvSpPr>
        <p:spPr>
          <a:xfrm>
            <a:off x="733610" y="2044890"/>
            <a:ext cx="3278832" cy="3429000"/>
          </a:xfrm>
        </p:spPr>
        <p:txBody>
          <a:bodyPr>
            <a:normAutofit lnSpcReduction="10000"/>
          </a:bodyPr>
          <a:lstStyle/>
          <a:p>
            <a:r>
              <a:rPr lang="es-ES_tradnl" dirty="0">
                <a:solidFill>
                  <a:schemeClr val="tx1"/>
                </a:solidFill>
                <a:latin typeface="+mn-lt"/>
                <a:ea typeface="+mn-ea"/>
                <a:cs typeface="+mn-cs"/>
              </a:rPr>
              <a:t>Vapor de agua: (H20)</a:t>
            </a:r>
          </a:p>
          <a:p>
            <a:r>
              <a:rPr lang="es-ES_tradnl" dirty="0">
                <a:solidFill>
                  <a:schemeClr val="tx1"/>
                </a:solidFill>
                <a:latin typeface="+mn-lt"/>
                <a:ea typeface="+mn-ea"/>
                <a:cs typeface="+mn-cs"/>
              </a:rPr>
              <a:t>Dióxido de carbono: (CO2)</a:t>
            </a:r>
          </a:p>
          <a:p>
            <a:r>
              <a:rPr lang="es-ES_tradnl" dirty="0">
                <a:solidFill>
                  <a:schemeClr val="tx1"/>
                </a:solidFill>
                <a:latin typeface="+mn-lt"/>
                <a:ea typeface="+mn-ea"/>
                <a:cs typeface="+mn-cs"/>
              </a:rPr>
              <a:t>Metano: (CH4)</a:t>
            </a:r>
          </a:p>
          <a:p>
            <a:r>
              <a:rPr lang="es-ES_tradnl" dirty="0">
                <a:solidFill>
                  <a:schemeClr val="tx1"/>
                </a:solidFill>
                <a:latin typeface="+mn-lt"/>
                <a:ea typeface="+mn-ea"/>
                <a:cs typeface="+mn-cs"/>
              </a:rPr>
              <a:t>Óxido de nitrógeno: (</a:t>
            </a:r>
            <a:r>
              <a:rPr lang="es-ES_tradnl" dirty="0" err="1">
                <a:solidFill>
                  <a:schemeClr val="tx1"/>
                </a:solidFill>
                <a:latin typeface="+mn-lt"/>
                <a:ea typeface="+mn-ea"/>
                <a:cs typeface="+mn-cs"/>
              </a:rPr>
              <a:t>Nox</a:t>
            </a:r>
            <a:r>
              <a:rPr lang="es-ES_tradnl" dirty="0">
                <a:solidFill>
                  <a:schemeClr val="tx1"/>
                </a:solidFill>
                <a:latin typeface="+mn-lt"/>
                <a:ea typeface="+mn-ea"/>
                <a:cs typeface="+mn-cs"/>
              </a:rPr>
              <a:t>)</a:t>
            </a:r>
          </a:p>
          <a:p>
            <a:r>
              <a:rPr lang="es-ES_tradnl" dirty="0">
                <a:solidFill>
                  <a:schemeClr val="tx1"/>
                </a:solidFill>
                <a:latin typeface="+mn-lt"/>
                <a:ea typeface="+mn-ea"/>
                <a:cs typeface="+mn-cs"/>
              </a:rPr>
              <a:t>Ozono: (03)</a:t>
            </a:r>
            <a:endParaRPr lang="es-ES_tradnl" dirty="0"/>
          </a:p>
        </p:txBody>
      </p:sp>
      <p:pic>
        <p:nvPicPr>
          <p:cNvPr id="40962" name="Picture 2" descr="http://ecologia2009.files.wordpress.com/2009/06/carboncycle_sp.jpg"/>
          <p:cNvPicPr>
            <a:picLocks noChangeAspect="1" noChangeArrowheads="1"/>
          </p:cNvPicPr>
          <p:nvPr/>
        </p:nvPicPr>
        <p:blipFill>
          <a:blip r:embed="rId2"/>
          <a:srcRect/>
          <a:stretch>
            <a:fillRect/>
          </a:stretch>
        </p:blipFill>
        <p:spPr bwMode="auto">
          <a:xfrm>
            <a:off x="4792639" y="1206690"/>
            <a:ext cx="5105399" cy="5105400"/>
          </a:xfrm>
          <a:prstGeom prst="rect">
            <a:avLst/>
          </a:prstGeom>
          <a:noFill/>
        </p:spPr>
      </p:pic>
    </p:spTree>
    <p:extLst>
      <p:ext uri="{BB962C8B-B14F-4D97-AF65-F5344CB8AC3E}">
        <p14:creationId xmlns:p14="http://schemas.microsoft.com/office/powerpoint/2010/main" val="3089897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0987" y="395786"/>
            <a:ext cx="8229600" cy="548680"/>
          </a:xfrm>
          <a:noFill/>
        </p:spPr>
        <p:txBody>
          <a:bodyPr vert="horz" wrap="square" lIns="91440" tIns="45720" rIns="91440" bIns="45720" rtlCol="0" anchor="ctr">
            <a:spAutoFit/>
          </a:bodyPr>
          <a:lstStyle/>
          <a:p>
            <a:pPr algn="ctr"/>
            <a:r>
              <a:rPr lang="es-ES_tradnl" sz="3600" b="1" dirty="0">
                <a:latin typeface="Aptos Black" panose="020B0004020202020204" pitchFamily="34" charset="0"/>
                <a:ea typeface="+mn-ea"/>
                <a:cs typeface="Arial" panose="020B0604020202020204" pitchFamily="34" charset="0"/>
              </a:rPr>
              <a:t>Gases implicados generados por el hombre</a:t>
            </a:r>
          </a:p>
        </p:txBody>
      </p:sp>
      <p:sp>
        <p:nvSpPr>
          <p:cNvPr id="3" name="2 Marcador de contenido"/>
          <p:cNvSpPr>
            <a:spLocks noGrp="1"/>
          </p:cNvSpPr>
          <p:nvPr>
            <p:ph idx="1"/>
          </p:nvPr>
        </p:nvSpPr>
        <p:spPr>
          <a:xfrm>
            <a:off x="675250" y="2080418"/>
            <a:ext cx="3429000" cy="4525963"/>
          </a:xfrm>
        </p:spPr>
        <p:txBody>
          <a:bodyPr/>
          <a:lstStyle/>
          <a:p>
            <a:r>
              <a:rPr lang="es-ES_tradnl" sz="2000" dirty="0"/>
              <a:t>Bióxido de carbono (CO2) </a:t>
            </a:r>
          </a:p>
          <a:p>
            <a:r>
              <a:rPr lang="es-ES_tradnl" sz="2000" dirty="0"/>
              <a:t> Metano (CH4) </a:t>
            </a:r>
          </a:p>
          <a:p>
            <a:r>
              <a:rPr lang="es-ES_tradnl" sz="2000" dirty="0"/>
              <a:t>Óxido nitroso (N2O) </a:t>
            </a:r>
          </a:p>
          <a:p>
            <a:r>
              <a:rPr lang="es-ES_tradnl" sz="2000" dirty="0" err="1"/>
              <a:t>Perfluorometano</a:t>
            </a:r>
            <a:r>
              <a:rPr lang="es-ES_tradnl" sz="2000" dirty="0"/>
              <a:t> (CF4) y </a:t>
            </a:r>
            <a:r>
              <a:rPr lang="es-ES_tradnl" sz="2000" dirty="0" err="1"/>
              <a:t>perfluoroetano</a:t>
            </a:r>
            <a:r>
              <a:rPr lang="es-ES_tradnl" sz="2000" dirty="0"/>
              <a:t> (C2F6) </a:t>
            </a:r>
          </a:p>
          <a:p>
            <a:r>
              <a:rPr lang="es-ES_tradnl" sz="2000" dirty="0" err="1"/>
              <a:t>Hidrofluorocarbonos</a:t>
            </a:r>
            <a:r>
              <a:rPr lang="es-ES_tradnl" sz="2000" dirty="0"/>
              <a:t> (nombres comerciales: HFC-23, HFCS-134a, HFC-152a) </a:t>
            </a:r>
          </a:p>
          <a:p>
            <a:r>
              <a:rPr lang="es-ES_tradnl" sz="2000" dirty="0" err="1"/>
              <a:t>Hexafluoruro</a:t>
            </a:r>
            <a:r>
              <a:rPr lang="es-ES_tradnl" sz="2000" dirty="0"/>
              <a:t> de azufre (SF6)</a:t>
            </a:r>
          </a:p>
        </p:txBody>
      </p:sp>
      <p:pic>
        <p:nvPicPr>
          <p:cNvPr id="37890" name="Picture 2" descr="http://www.biodisol.com/wp-content/uploads/2008/06/calentamiento_global_y_efecto_invernadero_causan_el_deshielo_de_los_polos.jpg"/>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4260377" y="1381835"/>
            <a:ext cx="5943600" cy="5029200"/>
          </a:xfrm>
          <a:prstGeom prst="rect">
            <a:avLst/>
          </a:prstGeom>
          <a:noFill/>
        </p:spPr>
      </p:pic>
    </p:spTree>
    <p:extLst>
      <p:ext uri="{BB962C8B-B14F-4D97-AF65-F5344CB8AC3E}">
        <p14:creationId xmlns:p14="http://schemas.microsoft.com/office/powerpoint/2010/main" val="2073910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39D672-091C-A18E-679A-2533584BD5AA}"/>
              </a:ext>
            </a:extLst>
          </p:cNvPr>
          <p:cNvSpPr>
            <a:spLocks noGrp="1"/>
          </p:cNvSpPr>
          <p:nvPr>
            <p:ph type="title"/>
          </p:nvPr>
        </p:nvSpPr>
        <p:spPr>
          <a:xfrm>
            <a:off x="-598662" y="116414"/>
            <a:ext cx="10515600" cy="1092735"/>
          </a:xfrm>
          <a:noFill/>
        </p:spPr>
        <p:txBody>
          <a:bodyPr vert="horz" wrap="square" lIns="91440" tIns="45720" rIns="91440" bIns="45720" rtlCol="0" anchor="ctr">
            <a:spAutoFit/>
          </a:bodyPr>
          <a:lstStyle/>
          <a:p>
            <a:pPr algn="ctr"/>
            <a:r>
              <a:rPr lang="es-MX" sz="3600" b="1" dirty="0">
                <a:latin typeface="Aptos Black" panose="020B0004020202020204" pitchFamily="34" charset="0"/>
                <a:ea typeface="+mn-ea"/>
                <a:cs typeface="Arial" panose="020B0604020202020204" pitchFamily="34" charset="0"/>
              </a:rPr>
              <a:t>Potencial de Calentamiento Global (PCG) o (GWP por sus siglas en inglés) </a:t>
            </a:r>
          </a:p>
        </p:txBody>
      </p:sp>
      <p:sp>
        <p:nvSpPr>
          <p:cNvPr id="3" name="Marcador de contenido 2">
            <a:extLst>
              <a:ext uri="{FF2B5EF4-FFF2-40B4-BE49-F238E27FC236}">
                <a16:creationId xmlns:a16="http://schemas.microsoft.com/office/drawing/2014/main" id="{039D54E2-7819-2C04-40CC-C32F65EDE5DE}"/>
              </a:ext>
            </a:extLst>
          </p:cNvPr>
          <p:cNvSpPr>
            <a:spLocks noGrp="1"/>
          </p:cNvSpPr>
          <p:nvPr>
            <p:ph idx="1"/>
          </p:nvPr>
        </p:nvSpPr>
        <p:spPr>
          <a:xfrm>
            <a:off x="565245" y="1575594"/>
            <a:ext cx="10515600" cy="1603375"/>
          </a:xfrm>
        </p:spPr>
        <p:txBody>
          <a:bodyPr>
            <a:normAutofit lnSpcReduction="10000"/>
          </a:bodyPr>
          <a:lstStyle/>
          <a:p>
            <a:r>
              <a:rPr lang="es-MX" dirty="0"/>
              <a:t>Es una medida que compara la energía calorífica que absorbe una tonelada de un gas de efecto invernadero determinado, comparado con la cantidad de energía calorífica absorbida por una tonelada de CO2 durante 100 años generalmente.  </a:t>
            </a:r>
          </a:p>
        </p:txBody>
      </p:sp>
      <p:pic>
        <p:nvPicPr>
          <p:cNvPr id="5" name="Imagen 4">
            <a:extLst>
              <a:ext uri="{FF2B5EF4-FFF2-40B4-BE49-F238E27FC236}">
                <a16:creationId xmlns:a16="http://schemas.microsoft.com/office/drawing/2014/main" id="{3A307F4B-6DFD-1840-7BBD-C003FFB4640D}"/>
              </a:ext>
            </a:extLst>
          </p:cNvPr>
          <p:cNvPicPr>
            <a:picLocks noChangeAspect="1"/>
          </p:cNvPicPr>
          <p:nvPr/>
        </p:nvPicPr>
        <p:blipFill>
          <a:blip r:embed="rId2"/>
          <a:srcRect l="21828" t="29841" r="24440" b="31135"/>
          <a:stretch>
            <a:fillRect/>
          </a:stretch>
        </p:blipFill>
        <p:spPr>
          <a:xfrm>
            <a:off x="1592238" y="3082718"/>
            <a:ext cx="8324700" cy="3399252"/>
          </a:xfrm>
          <a:prstGeom prst="rect">
            <a:avLst/>
          </a:prstGeom>
        </p:spPr>
      </p:pic>
    </p:spTree>
    <p:extLst>
      <p:ext uri="{BB962C8B-B14F-4D97-AF65-F5344CB8AC3E}">
        <p14:creationId xmlns:p14="http://schemas.microsoft.com/office/powerpoint/2010/main" val="1286416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a:extLst>
              <a:ext uri="{FF2B5EF4-FFF2-40B4-BE49-F238E27FC236}">
                <a16:creationId xmlns:a16="http://schemas.microsoft.com/office/drawing/2014/main" id="{29B839A4-6742-4715-9FC2-E6CBF643ADB0}"/>
              </a:ext>
            </a:extLst>
          </p:cNvPr>
          <p:cNvSpPr txBox="1">
            <a:spLocks/>
          </p:cNvSpPr>
          <p:nvPr/>
        </p:nvSpPr>
        <p:spPr>
          <a:xfrm>
            <a:off x="2016369" y="438814"/>
            <a:ext cx="9577753" cy="909340"/>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6000" dirty="0">
                <a:solidFill>
                  <a:schemeClr val="bg1"/>
                </a:solidFill>
                <a:latin typeface="Arial Black" panose="020B0A04020102020204" pitchFamily="34" charset="0"/>
              </a:rPr>
              <a:t>Cambio climático</a:t>
            </a:r>
          </a:p>
        </p:txBody>
      </p:sp>
      <p:pic>
        <p:nvPicPr>
          <p:cNvPr id="2" name="Imagen 1">
            <a:extLst>
              <a:ext uri="{FF2B5EF4-FFF2-40B4-BE49-F238E27FC236}">
                <a16:creationId xmlns:a16="http://schemas.microsoft.com/office/drawing/2014/main" id="{173A4EDF-9C8E-9656-7624-07E3E2804603}"/>
              </a:ext>
            </a:extLst>
          </p:cNvPr>
          <p:cNvPicPr>
            <a:picLocks noChangeAspect="1"/>
          </p:cNvPicPr>
          <p:nvPr/>
        </p:nvPicPr>
        <p:blipFill>
          <a:blip r:embed="rId2"/>
          <a:stretch>
            <a:fillRect/>
          </a:stretch>
        </p:blipFill>
        <p:spPr>
          <a:xfrm>
            <a:off x="832512" y="156928"/>
            <a:ext cx="8325136" cy="5957676"/>
          </a:xfrm>
          <a:prstGeom prst="rect">
            <a:avLst/>
          </a:prstGeom>
        </p:spPr>
      </p:pic>
    </p:spTree>
    <p:extLst>
      <p:ext uri="{BB962C8B-B14F-4D97-AF65-F5344CB8AC3E}">
        <p14:creationId xmlns:p14="http://schemas.microsoft.com/office/powerpoint/2010/main" val="40380074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Marcador de contenido 7">
            <a:extLst>
              <a:ext uri="{FF2B5EF4-FFF2-40B4-BE49-F238E27FC236}">
                <a16:creationId xmlns:a16="http://schemas.microsoft.com/office/drawing/2014/main" id="{F33BFC77-06A1-FED8-E1D1-58DF59D7226F}"/>
              </a:ext>
            </a:extLst>
          </p:cNvPr>
          <p:cNvPicPr>
            <a:picLocks noGrp="1" noChangeAspect="1"/>
          </p:cNvPicPr>
          <p:nvPr>
            <p:ph idx="1"/>
          </p:nvPr>
        </p:nvPicPr>
        <p:blipFill>
          <a:blip r:embed="rId2"/>
          <a:srcRect l="5269" t="18892" r="7620" b="12734"/>
          <a:stretch/>
        </p:blipFill>
        <p:spPr>
          <a:xfrm>
            <a:off x="0" y="1078173"/>
            <a:ext cx="12293310" cy="5424985"/>
          </a:xfrm>
        </p:spPr>
      </p:pic>
      <p:sp>
        <p:nvSpPr>
          <p:cNvPr id="10" name="CuadroTexto 9">
            <a:extLst>
              <a:ext uri="{FF2B5EF4-FFF2-40B4-BE49-F238E27FC236}">
                <a16:creationId xmlns:a16="http://schemas.microsoft.com/office/drawing/2014/main" id="{33C55782-47E3-12F2-944A-8123362D2247}"/>
              </a:ext>
            </a:extLst>
          </p:cNvPr>
          <p:cNvSpPr txBox="1"/>
          <p:nvPr/>
        </p:nvSpPr>
        <p:spPr>
          <a:xfrm>
            <a:off x="290016" y="318925"/>
            <a:ext cx="7557448" cy="759247"/>
          </a:xfrm>
          <a:prstGeom prst="rect">
            <a:avLst/>
          </a:prstGeom>
          <a:noFill/>
        </p:spPr>
        <p:txBody>
          <a:bodyPr vert="horz" wrap="square" lIns="91440" tIns="45720" rIns="91440" bIns="45720" rtlCol="0" anchor="ctr">
            <a:spAutoFit/>
          </a:bodyPr>
          <a:lstStyle>
            <a:lvl1pPr algn="ctr">
              <a:lnSpc>
                <a:spcPct val="90000"/>
              </a:lnSpc>
              <a:spcBef>
                <a:spcPct val="0"/>
              </a:spcBef>
              <a:buNone/>
              <a:defRPr sz="3600" b="1">
                <a:latin typeface="Aptos Black" panose="020B0004020202020204" pitchFamily="34" charset="0"/>
                <a:cs typeface="Arial" panose="020B0604020202020204" pitchFamily="34" charset="0"/>
              </a:defRPr>
            </a:lvl1pPr>
          </a:lstStyle>
          <a:p>
            <a:r>
              <a:rPr lang="es-MX" sz="2400" dirty="0"/>
              <a:t>En 2024 el calentamiento del planeta alcanzó por primera vez en un año el límite de 1,5 grados</a:t>
            </a:r>
          </a:p>
        </p:txBody>
      </p:sp>
    </p:spTree>
    <p:extLst>
      <p:ext uri="{BB962C8B-B14F-4D97-AF65-F5344CB8AC3E}">
        <p14:creationId xmlns:p14="http://schemas.microsoft.com/office/powerpoint/2010/main" val="1705475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5DB6F8-383E-5509-895A-48A33BB6778A}"/>
              </a:ext>
            </a:extLst>
          </p:cNvPr>
          <p:cNvSpPr>
            <a:spLocks noGrp="1"/>
          </p:cNvSpPr>
          <p:nvPr>
            <p:ph type="title"/>
          </p:nvPr>
        </p:nvSpPr>
        <p:spPr/>
        <p:txBody>
          <a:bodyPr/>
          <a:lstStyle/>
          <a:p>
            <a:endParaRPr lang="es-MX"/>
          </a:p>
        </p:txBody>
      </p:sp>
      <p:pic>
        <p:nvPicPr>
          <p:cNvPr id="7" name="Marcador de contenido 6">
            <a:extLst>
              <a:ext uri="{FF2B5EF4-FFF2-40B4-BE49-F238E27FC236}">
                <a16:creationId xmlns:a16="http://schemas.microsoft.com/office/drawing/2014/main" id="{32750B7A-E4D7-8FF5-3ABC-EE08C656D2CE}"/>
              </a:ext>
            </a:extLst>
          </p:cNvPr>
          <p:cNvPicPr>
            <a:picLocks noGrp="1" noChangeAspect="1"/>
          </p:cNvPicPr>
          <p:nvPr>
            <p:ph idx="1"/>
          </p:nvPr>
        </p:nvPicPr>
        <p:blipFill>
          <a:blip r:embed="rId2"/>
          <a:stretch>
            <a:fillRect/>
          </a:stretch>
        </p:blipFill>
        <p:spPr>
          <a:xfrm>
            <a:off x="290161" y="-1"/>
            <a:ext cx="11542889" cy="6492875"/>
          </a:xfrm>
          <a:prstGeom prst="rect">
            <a:avLst/>
          </a:prstGeom>
        </p:spPr>
      </p:pic>
    </p:spTree>
    <p:extLst>
      <p:ext uri="{BB962C8B-B14F-4D97-AF65-F5344CB8AC3E}">
        <p14:creationId xmlns:p14="http://schemas.microsoft.com/office/powerpoint/2010/main" val="2550879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86072F27-968C-3969-3186-E2FE24836244}"/>
              </a:ext>
            </a:extLst>
          </p:cNvPr>
          <p:cNvPicPr>
            <a:picLocks noChangeAspect="1"/>
          </p:cNvPicPr>
          <p:nvPr/>
        </p:nvPicPr>
        <p:blipFill>
          <a:blip r:embed="rId2"/>
          <a:srcRect l="5681" t="26234" r="38171" b="12220"/>
          <a:stretch>
            <a:fillRect/>
          </a:stretch>
        </p:blipFill>
        <p:spPr>
          <a:xfrm>
            <a:off x="196754" y="0"/>
            <a:ext cx="11308307" cy="6969173"/>
          </a:xfrm>
          <a:prstGeom prst="rect">
            <a:avLst/>
          </a:prstGeom>
        </p:spPr>
      </p:pic>
    </p:spTree>
    <p:extLst>
      <p:ext uri="{BB962C8B-B14F-4D97-AF65-F5344CB8AC3E}">
        <p14:creationId xmlns:p14="http://schemas.microsoft.com/office/powerpoint/2010/main" val="485542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181CCE-C62D-4A29-E33B-C4CED193E40A}"/>
              </a:ext>
            </a:extLst>
          </p:cNvPr>
          <p:cNvSpPr>
            <a:spLocks noGrp="1"/>
          </p:cNvSpPr>
          <p:nvPr>
            <p:ph type="title"/>
          </p:nvPr>
        </p:nvSpPr>
        <p:spPr>
          <a:xfrm>
            <a:off x="-294565" y="309588"/>
            <a:ext cx="10515600" cy="759247"/>
          </a:xfrm>
          <a:noFill/>
        </p:spPr>
        <p:txBody>
          <a:bodyPr vert="horz" wrap="square" lIns="91440" tIns="45720" rIns="91440" bIns="45720" rtlCol="0" anchor="ctr">
            <a:spAutoFit/>
          </a:bodyPr>
          <a:lstStyle/>
          <a:p>
            <a:pPr algn="ctr"/>
            <a:r>
              <a:rPr lang="es-MX" sz="2400" b="1" dirty="0">
                <a:latin typeface="Aptos Black" panose="020B0004020202020204" pitchFamily="34" charset="0"/>
                <a:ea typeface="+mn-ea"/>
                <a:cs typeface="Arial" panose="020B0604020202020204" pitchFamily="34" charset="0"/>
              </a:rPr>
              <a:t>Convención Marco de Naciones Unidas </a:t>
            </a:r>
            <a:br>
              <a:rPr lang="es-MX" sz="2400" b="1" dirty="0">
                <a:latin typeface="Aptos Black" panose="020B0004020202020204" pitchFamily="34" charset="0"/>
                <a:ea typeface="+mn-ea"/>
                <a:cs typeface="Arial" panose="020B0604020202020204" pitchFamily="34" charset="0"/>
              </a:rPr>
            </a:br>
            <a:r>
              <a:rPr lang="es-MX" sz="2400" b="1" dirty="0">
                <a:latin typeface="Aptos Black" panose="020B0004020202020204" pitchFamily="34" charset="0"/>
                <a:ea typeface="+mn-ea"/>
                <a:cs typeface="Arial" panose="020B0604020202020204" pitchFamily="34" charset="0"/>
              </a:rPr>
              <a:t>sobre Cambio Climático (CMNUU)</a:t>
            </a:r>
          </a:p>
        </p:txBody>
      </p:sp>
      <p:sp>
        <p:nvSpPr>
          <p:cNvPr id="3" name="Marcador de contenido 2">
            <a:extLst>
              <a:ext uri="{FF2B5EF4-FFF2-40B4-BE49-F238E27FC236}">
                <a16:creationId xmlns:a16="http://schemas.microsoft.com/office/drawing/2014/main" id="{E29E4A5A-C321-B3C8-0EF9-E2FAC23112EA}"/>
              </a:ext>
            </a:extLst>
          </p:cNvPr>
          <p:cNvSpPr>
            <a:spLocks noGrp="1"/>
          </p:cNvSpPr>
          <p:nvPr>
            <p:ph idx="1"/>
          </p:nvPr>
        </p:nvSpPr>
        <p:spPr>
          <a:xfrm>
            <a:off x="292289" y="1825625"/>
            <a:ext cx="9643281" cy="4343163"/>
          </a:xfrm>
        </p:spPr>
        <p:txBody>
          <a:bodyPr>
            <a:normAutofit lnSpcReduction="10000"/>
          </a:bodyPr>
          <a:lstStyle/>
          <a:p>
            <a:r>
              <a:rPr lang="es-MX" sz="3200" dirty="0"/>
              <a:t>Para entender el contexto general del problema del cambio climático y la necesidad de mitigar Gases de efecto invernadero (GEI),  se estableció la Convención Marco de Naciones Unidas sobre Cambio Climático (CMNUCC). </a:t>
            </a:r>
          </a:p>
          <a:p>
            <a:r>
              <a:rPr lang="es-MX" sz="3200" dirty="0"/>
              <a:t>Dicha Convención fue adoptada el 9 de mayo de 1992 en Nueva York y entró en 10 vigor el 21 de marzo de 1994.</a:t>
            </a:r>
          </a:p>
          <a:p>
            <a:r>
              <a:rPr lang="es-MX" sz="3200" dirty="0"/>
              <a:t>El calentamiento global y el cambio climático no sólo es un problema nacional, regional o local</a:t>
            </a:r>
          </a:p>
        </p:txBody>
      </p:sp>
    </p:spTree>
    <p:extLst>
      <p:ext uri="{BB962C8B-B14F-4D97-AF65-F5344CB8AC3E}">
        <p14:creationId xmlns:p14="http://schemas.microsoft.com/office/powerpoint/2010/main" val="1639877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69F9F8-0300-0D6D-1AC7-2207BDB84298}"/>
              </a:ext>
            </a:extLst>
          </p:cNvPr>
          <p:cNvSpPr>
            <a:spLocks noGrp="1"/>
          </p:cNvSpPr>
          <p:nvPr>
            <p:ph type="title"/>
          </p:nvPr>
        </p:nvSpPr>
        <p:spPr>
          <a:xfrm>
            <a:off x="0" y="301413"/>
            <a:ext cx="8433179" cy="759247"/>
          </a:xfrm>
          <a:noFill/>
        </p:spPr>
        <p:txBody>
          <a:bodyPr vert="horz" wrap="square" lIns="91440" tIns="45720" rIns="91440" bIns="45720" rtlCol="0" anchor="ctr">
            <a:spAutoFit/>
          </a:bodyPr>
          <a:lstStyle/>
          <a:p>
            <a:pPr algn="ctr"/>
            <a:r>
              <a:rPr lang="es-MX" sz="2400" b="1" dirty="0">
                <a:latin typeface="Aptos Black" panose="020B0004020202020204" pitchFamily="34" charset="0"/>
                <a:ea typeface="+mn-ea"/>
                <a:cs typeface="Arial" panose="020B0604020202020204" pitchFamily="34" charset="0"/>
              </a:rPr>
              <a:t>Panel intergubernamental de expertos </a:t>
            </a:r>
            <a:br>
              <a:rPr lang="es-MX" sz="2400" b="1" dirty="0">
                <a:latin typeface="Aptos Black" panose="020B0004020202020204" pitchFamily="34" charset="0"/>
                <a:ea typeface="+mn-ea"/>
                <a:cs typeface="Arial" panose="020B0604020202020204" pitchFamily="34" charset="0"/>
              </a:rPr>
            </a:br>
            <a:r>
              <a:rPr lang="es-MX" sz="2400" b="1" dirty="0">
                <a:latin typeface="Aptos Black" panose="020B0004020202020204" pitchFamily="34" charset="0"/>
                <a:ea typeface="+mn-ea"/>
                <a:cs typeface="Arial" panose="020B0604020202020204" pitchFamily="34" charset="0"/>
              </a:rPr>
              <a:t>en cambio climático (IPCC)</a:t>
            </a:r>
          </a:p>
        </p:txBody>
      </p:sp>
      <p:sp>
        <p:nvSpPr>
          <p:cNvPr id="3" name="Marcador de contenido 2">
            <a:extLst>
              <a:ext uri="{FF2B5EF4-FFF2-40B4-BE49-F238E27FC236}">
                <a16:creationId xmlns:a16="http://schemas.microsoft.com/office/drawing/2014/main" id="{601DB5CA-563A-D3B9-326C-3C1C7604DDC1}"/>
              </a:ext>
            </a:extLst>
          </p:cNvPr>
          <p:cNvSpPr>
            <a:spLocks noGrp="1"/>
          </p:cNvSpPr>
          <p:nvPr>
            <p:ph idx="1"/>
          </p:nvPr>
        </p:nvSpPr>
        <p:spPr>
          <a:xfrm>
            <a:off x="838200" y="1825625"/>
            <a:ext cx="8797119" cy="4351338"/>
          </a:xfrm>
        </p:spPr>
        <p:txBody>
          <a:bodyPr/>
          <a:lstStyle/>
          <a:p>
            <a:r>
              <a:rPr lang="es-MX" dirty="0"/>
              <a:t>Se estableció en 1988 por las Naciones Unidas, la Organización Meteorológica Mundial y el Programa de Naciones Unidas para el Desarrollo. </a:t>
            </a:r>
          </a:p>
          <a:p>
            <a:r>
              <a:rPr lang="es-MX" dirty="0"/>
              <a:t>Su misión es proveer información sobre los riesgo asociados al cambio climático provocados por la actividad humana, a través de evaluaciones científicas, técnicas y socioeconómicas. </a:t>
            </a:r>
          </a:p>
        </p:txBody>
      </p:sp>
    </p:spTree>
    <p:extLst>
      <p:ext uri="{BB962C8B-B14F-4D97-AF65-F5344CB8AC3E}">
        <p14:creationId xmlns:p14="http://schemas.microsoft.com/office/powerpoint/2010/main" val="296712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07C337-A1A2-360A-AF88-50FD4BA1BB7E}"/>
              </a:ext>
            </a:extLst>
          </p:cNvPr>
          <p:cNvSpPr>
            <a:spLocks noGrp="1"/>
          </p:cNvSpPr>
          <p:nvPr>
            <p:ph type="title"/>
          </p:nvPr>
        </p:nvSpPr>
        <p:spPr>
          <a:xfrm>
            <a:off x="-267269" y="356076"/>
            <a:ext cx="10515600" cy="649922"/>
          </a:xfrm>
          <a:noFill/>
        </p:spPr>
        <p:txBody>
          <a:bodyPr vert="horz" wrap="square" lIns="91440" tIns="45720" rIns="91440" bIns="45720" rtlCol="0" anchor="ctr">
            <a:spAutoFit/>
          </a:bodyPr>
          <a:lstStyle/>
          <a:p>
            <a:pPr algn="ctr"/>
            <a:r>
              <a:rPr lang="es-MX" sz="4000" b="1" dirty="0">
                <a:latin typeface="Aptos Black" panose="020B0004020202020204" pitchFamily="34" charset="0"/>
                <a:ea typeface="+mn-ea"/>
                <a:cs typeface="Arial" panose="020B0604020202020204" pitchFamily="34" charset="0"/>
              </a:rPr>
              <a:t>Protocolo de Kioto (1997)</a:t>
            </a:r>
          </a:p>
        </p:txBody>
      </p:sp>
      <p:sp>
        <p:nvSpPr>
          <p:cNvPr id="3" name="Marcador de contenido 2">
            <a:extLst>
              <a:ext uri="{FF2B5EF4-FFF2-40B4-BE49-F238E27FC236}">
                <a16:creationId xmlns:a16="http://schemas.microsoft.com/office/drawing/2014/main" id="{A89321B2-6674-716E-9C8D-B840A0EDAB3B}"/>
              </a:ext>
            </a:extLst>
          </p:cNvPr>
          <p:cNvSpPr>
            <a:spLocks noGrp="1"/>
          </p:cNvSpPr>
          <p:nvPr>
            <p:ph idx="1"/>
          </p:nvPr>
        </p:nvSpPr>
        <p:spPr/>
        <p:txBody>
          <a:bodyPr>
            <a:normAutofit/>
          </a:bodyPr>
          <a:lstStyle/>
          <a:p>
            <a:r>
              <a:rPr lang="es-MX" sz="3200" dirty="0"/>
              <a:t>El Protocolo de Kioto, una adición a la Convención, establece compromisos vinculantes para países desarrollados a fin de asumir un compromiso claro de reducción de emisiones de GEI. </a:t>
            </a:r>
          </a:p>
          <a:p>
            <a:r>
              <a:rPr lang="es-MX" sz="3200" dirty="0"/>
              <a:t>Dentro del Protocolo, se hace una diferencia entre Países Anexo I que tienen compromisos vinculantes de mitigación, </a:t>
            </a:r>
          </a:p>
          <a:p>
            <a:r>
              <a:rPr lang="es-MX" sz="3200" dirty="0"/>
              <a:t>Países No Anexo I, que tienen compromisos voluntarios y condicionados a recibir apoyo y financiamiento para poder mitigar GEI. </a:t>
            </a:r>
          </a:p>
        </p:txBody>
      </p:sp>
    </p:spTree>
    <p:extLst>
      <p:ext uri="{BB962C8B-B14F-4D97-AF65-F5344CB8AC3E}">
        <p14:creationId xmlns:p14="http://schemas.microsoft.com/office/powerpoint/2010/main" val="12740572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AFFAEB-B955-58D1-1D6F-8A9CC7E6457D}"/>
              </a:ext>
            </a:extLst>
          </p:cNvPr>
          <p:cNvSpPr>
            <a:spLocks noGrp="1"/>
          </p:cNvSpPr>
          <p:nvPr>
            <p:ph type="title"/>
          </p:nvPr>
        </p:nvSpPr>
        <p:spPr>
          <a:xfrm>
            <a:off x="524302" y="18255"/>
            <a:ext cx="10515600" cy="1325563"/>
          </a:xfrm>
          <a:noFill/>
        </p:spPr>
        <p:txBody>
          <a:bodyPr vert="horz" wrap="square" lIns="91440" tIns="45720" rIns="91440" bIns="45720" rtlCol="0" anchor="ctr">
            <a:spAutoFit/>
          </a:bodyPr>
          <a:lstStyle/>
          <a:p>
            <a:pPr algn="ctr"/>
            <a:r>
              <a:rPr lang="es-MX" sz="4000" b="1" dirty="0">
                <a:latin typeface="Aptos Black" panose="020B0004020202020204" pitchFamily="34" charset="0"/>
                <a:ea typeface="+mn-ea"/>
                <a:cs typeface="Arial" panose="020B0604020202020204" pitchFamily="34" charset="0"/>
              </a:rPr>
              <a:t>Acuerdo de París (2016)</a:t>
            </a:r>
          </a:p>
        </p:txBody>
      </p:sp>
      <p:sp>
        <p:nvSpPr>
          <p:cNvPr id="3" name="Marcador de contenido 2">
            <a:extLst>
              <a:ext uri="{FF2B5EF4-FFF2-40B4-BE49-F238E27FC236}">
                <a16:creationId xmlns:a16="http://schemas.microsoft.com/office/drawing/2014/main" id="{A8A4BBB8-80E8-3722-070A-73551D427EF9}"/>
              </a:ext>
            </a:extLst>
          </p:cNvPr>
          <p:cNvSpPr>
            <a:spLocks noGrp="1"/>
          </p:cNvSpPr>
          <p:nvPr>
            <p:ph idx="1"/>
          </p:nvPr>
        </p:nvSpPr>
        <p:spPr>
          <a:xfrm>
            <a:off x="428766" y="1607261"/>
            <a:ext cx="11130887" cy="4351338"/>
          </a:xfrm>
        </p:spPr>
        <p:txBody>
          <a:bodyPr>
            <a:normAutofit fontScale="92500"/>
          </a:bodyPr>
          <a:lstStyle/>
          <a:p>
            <a:pPr marL="0" indent="0">
              <a:buNone/>
            </a:pPr>
            <a:r>
              <a:rPr lang="es-MX" b="1" dirty="0"/>
              <a:t>Objetivo principal</a:t>
            </a:r>
            <a:r>
              <a:rPr lang="es-MX" dirty="0"/>
              <a:t>: </a:t>
            </a:r>
          </a:p>
          <a:p>
            <a:r>
              <a:rPr lang="es-MX" dirty="0"/>
              <a:t>Mantener el aumento de la temperatura global muy por debajo de 2°C respecto a los niveles preindustriales, y hacer esfuerzos para limitarlo a 1.5°C. </a:t>
            </a:r>
          </a:p>
          <a:p>
            <a:pPr marL="0" indent="0">
              <a:buNone/>
            </a:pPr>
            <a:r>
              <a:rPr lang="es-MX" b="1" dirty="0"/>
              <a:t>Compromisos</a:t>
            </a:r>
            <a:r>
              <a:rPr lang="es-MX" dirty="0"/>
              <a:t>:</a:t>
            </a:r>
          </a:p>
          <a:p>
            <a:r>
              <a:rPr lang="es-MX" b="1" dirty="0"/>
              <a:t>Mitigación</a:t>
            </a:r>
            <a:r>
              <a:rPr lang="es-MX" dirty="0"/>
              <a:t>: Todos los países se comprometen a reducir sus emisiones de gases de efecto invernadero. </a:t>
            </a:r>
          </a:p>
          <a:p>
            <a:r>
              <a:rPr lang="es-MX" b="1" dirty="0"/>
              <a:t>Adaptación</a:t>
            </a:r>
            <a:r>
              <a:rPr lang="es-MX" dirty="0"/>
              <a:t>: Se busca que los países colaboren para adaptarse a los efectos del cambio climático. </a:t>
            </a:r>
          </a:p>
          <a:p>
            <a:r>
              <a:rPr lang="es-MX" b="1" dirty="0"/>
              <a:t>Financiamiento y apoyo</a:t>
            </a:r>
            <a:r>
              <a:rPr lang="es-MX" dirty="0"/>
              <a:t>: Los países desarrollados se comprometen a ayudar a las naciones en desarrollo a mitigar y adaptarse al cambio climático. </a:t>
            </a:r>
          </a:p>
          <a:p>
            <a:endParaRPr lang="es-MX" dirty="0"/>
          </a:p>
        </p:txBody>
      </p:sp>
    </p:spTree>
    <p:extLst>
      <p:ext uri="{BB962C8B-B14F-4D97-AF65-F5344CB8AC3E}">
        <p14:creationId xmlns:p14="http://schemas.microsoft.com/office/powerpoint/2010/main" val="28786981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DE7F8A-781A-1B01-0C20-52173A8F92C6}"/>
              </a:ext>
            </a:extLst>
          </p:cNvPr>
          <p:cNvSpPr>
            <a:spLocks noGrp="1"/>
          </p:cNvSpPr>
          <p:nvPr>
            <p:ph type="title"/>
          </p:nvPr>
        </p:nvSpPr>
        <p:spPr>
          <a:xfrm>
            <a:off x="-158087" y="307075"/>
            <a:ext cx="10515600" cy="649922"/>
          </a:xfrm>
          <a:noFill/>
        </p:spPr>
        <p:txBody>
          <a:bodyPr vert="horz" wrap="square" lIns="91440" tIns="45720" rIns="91440" bIns="45720" rtlCol="0" anchor="ctr">
            <a:spAutoFit/>
          </a:bodyPr>
          <a:lstStyle/>
          <a:p>
            <a:pPr algn="ctr"/>
            <a:r>
              <a:rPr lang="es-MX" sz="4000" b="1" dirty="0">
                <a:latin typeface="Aptos Black" panose="020B0004020202020204" pitchFamily="34" charset="0"/>
                <a:ea typeface="+mn-ea"/>
                <a:cs typeface="Arial" panose="020B0604020202020204" pitchFamily="34" charset="0"/>
              </a:rPr>
              <a:t>Compromisos de México</a:t>
            </a:r>
          </a:p>
        </p:txBody>
      </p:sp>
      <p:sp>
        <p:nvSpPr>
          <p:cNvPr id="3" name="Marcador de contenido 2">
            <a:extLst>
              <a:ext uri="{FF2B5EF4-FFF2-40B4-BE49-F238E27FC236}">
                <a16:creationId xmlns:a16="http://schemas.microsoft.com/office/drawing/2014/main" id="{CE53ED4C-5237-6954-F9A7-A1B2D6B3C89E}"/>
              </a:ext>
            </a:extLst>
          </p:cNvPr>
          <p:cNvSpPr>
            <a:spLocks noGrp="1"/>
          </p:cNvSpPr>
          <p:nvPr>
            <p:ph idx="1"/>
          </p:nvPr>
        </p:nvSpPr>
        <p:spPr>
          <a:xfrm>
            <a:off x="169460" y="1457134"/>
            <a:ext cx="12022540" cy="5093791"/>
          </a:xfrm>
        </p:spPr>
        <p:txBody>
          <a:bodyPr>
            <a:normAutofit/>
          </a:bodyPr>
          <a:lstStyle/>
          <a:p>
            <a:pPr marL="0" indent="0">
              <a:buNone/>
            </a:pPr>
            <a:r>
              <a:rPr lang="es-MX" b="1" dirty="0"/>
              <a:t>Metas de reducción de emisiones</a:t>
            </a:r>
            <a:r>
              <a:rPr lang="es-MX" dirty="0"/>
              <a:t>: </a:t>
            </a:r>
          </a:p>
          <a:p>
            <a:r>
              <a:rPr lang="es-MX" dirty="0"/>
              <a:t>El Gobierno de México actualizó en 2022 sus compromisos para reducir las emisiones de gases de efecto invernadero en un 35% para 2030. </a:t>
            </a:r>
          </a:p>
          <a:p>
            <a:pPr marL="0" indent="0">
              <a:buNone/>
            </a:pPr>
            <a:r>
              <a:rPr lang="es-MX" b="1" dirty="0"/>
              <a:t>Participación internacional</a:t>
            </a:r>
            <a:r>
              <a:rPr lang="es-MX" dirty="0"/>
              <a:t>: </a:t>
            </a:r>
          </a:p>
          <a:p>
            <a:r>
              <a:rPr lang="es-MX" dirty="0"/>
              <a:t>México participa activamente en la Convención Marco de Naciones Unidas sobre Cambio Climático (CMNUCC) y en la Agenda 2030. </a:t>
            </a:r>
          </a:p>
          <a:p>
            <a:endParaRPr lang="es-MX" dirty="0"/>
          </a:p>
        </p:txBody>
      </p:sp>
    </p:spTree>
    <p:extLst>
      <p:ext uri="{BB962C8B-B14F-4D97-AF65-F5344CB8AC3E}">
        <p14:creationId xmlns:p14="http://schemas.microsoft.com/office/powerpoint/2010/main" val="10091001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0F441955-4A3E-D96F-9CCF-E53D580520BF}"/>
              </a:ext>
            </a:extLst>
          </p:cNvPr>
          <p:cNvPicPr>
            <a:picLocks noChangeAspect="1"/>
          </p:cNvPicPr>
          <p:nvPr/>
        </p:nvPicPr>
        <p:blipFill>
          <a:blip r:embed="rId2"/>
          <a:srcRect t="26667" b="8457"/>
          <a:stretch>
            <a:fillRect/>
          </a:stretch>
        </p:blipFill>
        <p:spPr>
          <a:xfrm>
            <a:off x="1206689" y="1107161"/>
            <a:ext cx="8864405" cy="5750839"/>
          </a:xfrm>
          <a:prstGeom prst="rect">
            <a:avLst/>
          </a:prstGeom>
        </p:spPr>
      </p:pic>
      <p:pic>
        <p:nvPicPr>
          <p:cNvPr id="5122" name="Picture 2">
            <a:extLst>
              <a:ext uri="{FF2B5EF4-FFF2-40B4-BE49-F238E27FC236}">
                <a16:creationId xmlns:a16="http://schemas.microsoft.com/office/drawing/2014/main" id="{3ED65289-1B91-C67A-9A20-CDC641452FE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373" b="82090"/>
          <a:stretch>
            <a:fillRect/>
          </a:stretch>
        </p:blipFill>
        <p:spPr bwMode="auto">
          <a:xfrm>
            <a:off x="715371" y="100384"/>
            <a:ext cx="7159388" cy="897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6490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9968BC-6517-FC71-5EDF-E78B5212C53F}"/>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7CB7BB30-63DD-1E1A-FC69-4DF6C478A619}"/>
              </a:ext>
            </a:extLst>
          </p:cNvPr>
          <p:cNvPicPr>
            <a:picLocks noGrp="1" noChangeAspect="1"/>
          </p:cNvPicPr>
          <p:nvPr>
            <p:ph idx="1"/>
          </p:nvPr>
        </p:nvPicPr>
        <p:blipFill>
          <a:blip r:embed="rId2"/>
          <a:stretch>
            <a:fillRect/>
          </a:stretch>
        </p:blipFill>
        <p:spPr>
          <a:xfrm>
            <a:off x="-267249" y="218364"/>
            <a:ext cx="12459249" cy="6168788"/>
          </a:xfrm>
          <a:prstGeom prst="rect">
            <a:avLst/>
          </a:prstGeom>
        </p:spPr>
      </p:pic>
    </p:spTree>
    <p:extLst>
      <p:ext uri="{BB962C8B-B14F-4D97-AF65-F5344CB8AC3E}">
        <p14:creationId xmlns:p14="http://schemas.microsoft.com/office/powerpoint/2010/main" val="14084639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DB6784-DB87-8061-282E-68D9E124C09C}"/>
              </a:ext>
            </a:extLst>
          </p:cNvPr>
          <p:cNvSpPr>
            <a:spLocks noGrp="1"/>
          </p:cNvSpPr>
          <p:nvPr>
            <p:ph type="title"/>
          </p:nvPr>
        </p:nvSpPr>
        <p:spPr>
          <a:xfrm>
            <a:off x="-826827" y="258517"/>
            <a:ext cx="10515600" cy="845040"/>
          </a:xfrm>
          <a:noFill/>
        </p:spPr>
        <p:txBody>
          <a:bodyPr vert="horz" wrap="square" lIns="91440" tIns="45720" rIns="91440" bIns="45720" rtlCol="0" anchor="ctr">
            <a:spAutoFit/>
          </a:bodyPr>
          <a:lstStyle/>
          <a:p>
            <a:pPr algn="ctr"/>
            <a:r>
              <a:rPr lang="es-MX" sz="5400" b="1" dirty="0">
                <a:latin typeface="Aptos Black" panose="020B0004020202020204" pitchFamily="34" charset="0"/>
                <a:ea typeface="+mn-ea"/>
                <a:cs typeface="Arial" panose="020B0604020202020204" pitchFamily="34" charset="0"/>
              </a:rPr>
              <a:t>Desglose por sectores</a:t>
            </a:r>
          </a:p>
        </p:txBody>
      </p:sp>
      <p:sp>
        <p:nvSpPr>
          <p:cNvPr id="3" name="Marcador de contenido 2">
            <a:extLst>
              <a:ext uri="{FF2B5EF4-FFF2-40B4-BE49-F238E27FC236}">
                <a16:creationId xmlns:a16="http://schemas.microsoft.com/office/drawing/2014/main" id="{B4E79EB9-BD4A-41EF-38AC-2CDD7EBEDFD9}"/>
              </a:ext>
            </a:extLst>
          </p:cNvPr>
          <p:cNvSpPr>
            <a:spLocks noGrp="1"/>
          </p:cNvSpPr>
          <p:nvPr>
            <p:ph idx="1"/>
          </p:nvPr>
        </p:nvSpPr>
        <p:spPr>
          <a:xfrm>
            <a:off x="284897" y="1498077"/>
            <a:ext cx="11411235" cy="4943666"/>
          </a:xfrm>
        </p:spPr>
        <p:txBody>
          <a:bodyPr>
            <a:normAutofit fontScale="92500" lnSpcReduction="10000"/>
          </a:bodyPr>
          <a:lstStyle/>
          <a:p>
            <a:pPr marL="0" indent="0" algn="l">
              <a:lnSpc>
                <a:spcPct val="100000"/>
              </a:lnSpc>
              <a:spcBef>
                <a:spcPts val="0"/>
              </a:spcBef>
              <a:buNone/>
            </a:pPr>
            <a:r>
              <a:rPr lang="es-MX" b="1" i="0" dirty="0">
                <a:solidFill>
                  <a:srgbClr val="001D35"/>
                </a:solidFill>
                <a:effectLst/>
                <a:latin typeface="Google Sans"/>
              </a:rPr>
              <a:t>Energía:</a:t>
            </a:r>
            <a:r>
              <a:rPr lang="es-MX" b="0" i="0" dirty="0">
                <a:solidFill>
                  <a:srgbClr val="001D35"/>
                </a:solidFill>
                <a:effectLst/>
                <a:latin typeface="Google Sans"/>
              </a:rPr>
              <a:t> </a:t>
            </a:r>
          </a:p>
          <a:p>
            <a:pPr algn="l">
              <a:lnSpc>
                <a:spcPct val="100000"/>
              </a:lnSpc>
              <a:spcBef>
                <a:spcPts val="0"/>
              </a:spcBef>
              <a:buFont typeface="Arial" panose="020B0604020202020204" pitchFamily="34" charset="0"/>
              <a:buChar char="•"/>
            </a:pPr>
            <a:r>
              <a:rPr lang="es-MX" b="0" i="0" dirty="0">
                <a:solidFill>
                  <a:srgbClr val="001D35"/>
                </a:solidFill>
                <a:effectLst/>
                <a:latin typeface="Google Sans"/>
              </a:rPr>
              <a:t>Incluye la generación de electricidad y calor, la combustión de combustibles fósiles en la industria y el transporte, y el consumo de energía en hogares y comercios. </a:t>
            </a:r>
          </a:p>
          <a:p>
            <a:pPr marL="0" indent="0" algn="l">
              <a:lnSpc>
                <a:spcPct val="100000"/>
              </a:lnSpc>
              <a:spcBef>
                <a:spcPts val="0"/>
              </a:spcBef>
              <a:buNone/>
            </a:pPr>
            <a:r>
              <a:rPr lang="es-MX" b="1" i="0" dirty="0">
                <a:solidFill>
                  <a:srgbClr val="001D35"/>
                </a:solidFill>
                <a:effectLst/>
                <a:latin typeface="Google Sans"/>
              </a:rPr>
              <a:t>Industria:</a:t>
            </a:r>
            <a:r>
              <a:rPr lang="es-MX" b="0" i="0" dirty="0">
                <a:solidFill>
                  <a:srgbClr val="001D35"/>
                </a:solidFill>
                <a:effectLst/>
                <a:latin typeface="Google Sans"/>
              </a:rPr>
              <a:t> </a:t>
            </a:r>
          </a:p>
          <a:p>
            <a:pPr algn="l">
              <a:lnSpc>
                <a:spcPct val="100000"/>
              </a:lnSpc>
              <a:spcBef>
                <a:spcPts val="0"/>
              </a:spcBef>
              <a:buFont typeface="Arial" panose="020B0604020202020204" pitchFamily="34" charset="0"/>
              <a:buChar char="•"/>
            </a:pPr>
            <a:r>
              <a:rPr lang="es-MX" b="0" i="0" dirty="0">
                <a:solidFill>
                  <a:srgbClr val="001D35"/>
                </a:solidFill>
                <a:effectLst/>
                <a:latin typeface="Google Sans"/>
              </a:rPr>
              <a:t>Abarca los procesos industriales que liberan CO2 y otros gases, así como la fabricación de cemento y el uso de refrigerantes. </a:t>
            </a:r>
          </a:p>
          <a:p>
            <a:pPr marL="0" indent="0" algn="l">
              <a:lnSpc>
                <a:spcPct val="100000"/>
              </a:lnSpc>
              <a:spcBef>
                <a:spcPts val="0"/>
              </a:spcBef>
              <a:buNone/>
            </a:pPr>
            <a:r>
              <a:rPr lang="es-MX" b="1" i="0" dirty="0">
                <a:solidFill>
                  <a:srgbClr val="001D35"/>
                </a:solidFill>
                <a:effectLst/>
                <a:latin typeface="Google Sans"/>
              </a:rPr>
              <a:t>Agricultura y Uso de la Tierra:</a:t>
            </a:r>
            <a:r>
              <a:rPr lang="es-MX" b="0" i="0" dirty="0">
                <a:solidFill>
                  <a:srgbClr val="001D35"/>
                </a:solidFill>
                <a:effectLst/>
                <a:latin typeface="Google Sans"/>
              </a:rPr>
              <a:t> </a:t>
            </a:r>
          </a:p>
          <a:p>
            <a:pPr algn="l">
              <a:lnSpc>
                <a:spcPct val="100000"/>
              </a:lnSpc>
              <a:spcBef>
                <a:spcPts val="0"/>
              </a:spcBef>
              <a:buFont typeface="Arial" panose="020B0604020202020204" pitchFamily="34" charset="0"/>
              <a:buChar char="•"/>
            </a:pPr>
            <a:r>
              <a:rPr lang="es-MX" b="0" i="0" dirty="0">
                <a:solidFill>
                  <a:srgbClr val="001D35"/>
                </a:solidFill>
                <a:effectLst/>
                <a:latin typeface="Google Sans"/>
              </a:rPr>
              <a:t>Implica la quema de biomasa y suelos, el cultivo de arroz, la ganadería (emisiones de metano) y el uso de fertilizantes. </a:t>
            </a:r>
          </a:p>
          <a:p>
            <a:pPr marL="0" indent="0" algn="l">
              <a:lnSpc>
                <a:spcPct val="100000"/>
              </a:lnSpc>
              <a:spcBef>
                <a:spcPts val="0"/>
              </a:spcBef>
              <a:buNone/>
            </a:pPr>
            <a:r>
              <a:rPr lang="es-MX" b="1" i="0" dirty="0">
                <a:solidFill>
                  <a:srgbClr val="001D35"/>
                </a:solidFill>
                <a:effectLst/>
                <a:latin typeface="Google Sans"/>
              </a:rPr>
              <a:t>Residuos:</a:t>
            </a:r>
            <a:r>
              <a:rPr lang="es-MX" b="0" i="0" dirty="0">
                <a:solidFill>
                  <a:srgbClr val="001D35"/>
                </a:solidFill>
                <a:effectLst/>
                <a:latin typeface="Google Sans"/>
              </a:rPr>
              <a:t> </a:t>
            </a:r>
          </a:p>
          <a:p>
            <a:pPr algn="l">
              <a:lnSpc>
                <a:spcPct val="100000"/>
              </a:lnSpc>
              <a:spcBef>
                <a:spcPts val="0"/>
              </a:spcBef>
              <a:buFont typeface="Arial" panose="020B0604020202020204" pitchFamily="34" charset="0"/>
              <a:buChar char="•"/>
            </a:pPr>
            <a:r>
              <a:rPr lang="es-MX" b="0" i="0" dirty="0">
                <a:solidFill>
                  <a:srgbClr val="001D35"/>
                </a:solidFill>
                <a:effectLst/>
                <a:latin typeface="Google Sans"/>
              </a:rPr>
              <a:t>Incluye las emisiones por la descomposición de residuos sólidos y el tratamiento de aguas residuales. </a:t>
            </a:r>
          </a:p>
          <a:p>
            <a:endParaRPr lang="es-MX" dirty="0"/>
          </a:p>
        </p:txBody>
      </p:sp>
    </p:spTree>
    <p:extLst>
      <p:ext uri="{BB962C8B-B14F-4D97-AF65-F5344CB8AC3E}">
        <p14:creationId xmlns:p14="http://schemas.microsoft.com/office/powerpoint/2010/main" val="4059887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905B5A-23FD-29D4-721B-C1EAB4C087A9}"/>
              </a:ext>
            </a:extLst>
          </p:cNvPr>
          <p:cNvSpPr>
            <a:spLocks noGrp="1"/>
          </p:cNvSpPr>
          <p:nvPr>
            <p:ph type="title"/>
          </p:nvPr>
        </p:nvSpPr>
        <p:spPr>
          <a:xfrm>
            <a:off x="-185383" y="0"/>
            <a:ext cx="10515600" cy="1315040"/>
          </a:xfrm>
          <a:noFill/>
        </p:spPr>
        <p:txBody>
          <a:bodyPr vert="horz" wrap="square" lIns="91440" tIns="45720" rIns="91440" bIns="45720" rtlCol="0" anchor="ctr">
            <a:spAutoFit/>
          </a:bodyPr>
          <a:lstStyle/>
          <a:p>
            <a:pPr algn="ctr"/>
            <a:r>
              <a:rPr lang="es-MX" b="1" dirty="0">
                <a:latin typeface="Aptos Black" panose="020B0004020202020204" pitchFamily="34" charset="0"/>
                <a:ea typeface="+mn-ea"/>
                <a:cs typeface="Arial" panose="020B0604020202020204" pitchFamily="34" charset="0"/>
              </a:rPr>
              <a:t>Actividades específicas </a:t>
            </a:r>
            <a:br>
              <a:rPr lang="es-MX" b="1" dirty="0">
                <a:latin typeface="Aptos Black" panose="020B0004020202020204" pitchFamily="34" charset="0"/>
                <a:ea typeface="+mn-ea"/>
                <a:cs typeface="Arial" panose="020B0604020202020204" pitchFamily="34" charset="0"/>
              </a:rPr>
            </a:br>
            <a:r>
              <a:rPr lang="es-MX" b="1" dirty="0">
                <a:latin typeface="Aptos Black" panose="020B0004020202020204" pitchFamily="34" charset="0"/>
                <a:ea typeface="+mn-ea"/>
                <a:cs typeface="Arial" panose="020B0604020202020204" pitchFamily="34" charset="0"/>
              </a:rPr>
              <a:t>dentro de los sectores:</a:t>
            </a:r>
          </a:p>
        </p:txBody>
      </p:sp>
      <p:sp>
        <p:nvSpPr>
          <p:cNvPr id="3" name="Marcador de contenido 2">
            <a:extLst>
              <a:ext uri="{FF2B5EF4-FFF2-40B4-BE49-F238E27FC236}">
                <a16:creationId xmlns:a16="http://schemas.microsoft.com/office/drawing/2014/main" id="{0B876E6F-C16B-3E44-7A7C-B7E478C6691B}"/>
              </a:ext>
            </a:extLst>
          </p:cNvPr>
          <p:cNvSpPr>
            <a:spLocks noGrp="1"/>
          </p:cNvSpPr>
          <p:nvPr>
            <p:ph idx="1"/>
          </p:nvPr>
        </p:nvSpPr>
        <p:spPr>
          <a:xfrm>
            <a:off x="224052" y="1661851"/>
            <a:ext cx="11472080" cy="5544167"/>
          </a:xfrm>
        </p:spPr>
        <p:txBody>
          <a:bodyPr>
            <a:normAutofit fontScale="92500"/>
          </a:bodyPr>
          <a:lstStyle/>
          <a:p>
            <a:pPr marL="0" indent="0">
              <a:buNone/>
            </a:pPr>
            <a:r>
              <a:rPr lang="es-MX" b="1" dirty="0"/>
              <a:t>Transporte:</a:t>
            </a:r>
            <a:r>
              <a:rPr lang="es-MX" dirty="0"/>
              <a:t> </a:t>
            </a:r>
          </a:p>
          <a:p>
            <a:r>
              <a:rPr lang="es-MX" dirty="0"/>
              <a:t>El aumento de vehículos en carretera y la aviación contribuyen significativamente a las emisiones de GEI. </a:t>
            </a:r>
          </a:p>
          <a:p>
            <a:pPr marL="0" indent="0">
              <a:buNone/>
            </a:pPr>
            <a:r>
              <a:rPr lang="es-MX" b="1" dirty="0"/>
              <a:t>Procesos industriales:</a:t>
            </a:r>
            <a:r>
              <a:rPr lang="es-MX" dirty="0"/>
              <a:t> </a:t>
            </a:r>
          </a:p>
          <a:p>
            <a:r>
              <a:rPr lang="es-MX" dirty="0"/>
              <a:t>La producción de cemento es un ejemplo de actividad industrial que libera CO2. </a:t>
            </a:r>
          </a:p>
          <a:p>
            <a:pPr marL="0" indent="0">
              <a:buNone/>
            </a:pPr>
            <a:r>
              <a:rPr lang="es-MX" b="1" dirty="0"/>
              <a:t>Uso de la tierra:</a:t>
            </a:r>
            <a:r>
              <a:rPr lang="es-MX" dirty="0"/>
              <a:t> </a:t>
            </a:r>
          </a:p>
          <a:p>
            <a:r>
              <a:rPr lang="es-MX" dirty="0"/>
              <a:t>La deforestación es una de las principales fuentes de emisiones de CO2, ya que reduce la capacidad de absorción de CO2 de los bosques. </a:t>
            </a:r>
          </a:p>
          <a:p>
            <a:pPr marL="0" indent="0">
              <a:buNone/>
            </a:pPr>
            <a:r>
              <a:rPr lang="es-MX" b="1" dirty="0"/>
              <a:t>Residuos:</a:t>
            </a:r>
            <a:r>
              <a:rPr lang="es-MX" dirty="0"/>
              <a:t> </a:t>
            </a:r>
          </a:p>
          <a:p>
            <a:r>
              <a:rPr lang="es-MX" dirty="0"/>
              <a:t>La descomposición de la materia orgánica en los vertederos libera metano. </a:t>
            </a:r>
          </a:p>
          <a:p>
            <a:pPr marL="0" indent="0">
              <a:buNone/>
            </a:pPr>
            <a:br>
              <a:rPr lang="es-MX" dirty="0"/>
            </a:br>
            <a:endParaRPr lang="es-MX" dirty="0"/>
          </a:p>
        </p:txBody>
      </p:sp>
    </p:spTree>
    <p:extLst>
      <p:ext uri="{BB962C8B-B14F-4D97-AF65-F5344CB8AC3E}">
        <p14:creationId xmlns:p14="http://schemas.microsoft.com/office/powerpoint/2010/main" val="5384364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58F47B-53C3-2E42-D610-95BED74F23EA}"/>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85787F45-E58C-34BF-AF4B-C9E3A70062E2}"/>
              </a:ext>
            </a:extLst>
          </p:cNvPr>
          <p:cNvPicPr>
            <a:picLocks noGrp="1" noChangeAspect="1"/>
          </p:cNvPicPr>
          <p:nvPr>
            <p:ph idx="1"/>
          </p:nvPr>
        </p:nvPicPr>
        <p:blipFill>
          <a:blip r:embed="rId2"/>
          <a:stretch>
            <a:fillRect/>
          </a:stretch>
        </p:blipFill>
        <p:spPr>
          <a:xfrm>
            <a:off x="-1" y="365125"/>
            <a:ext cx="12279483" cy="6127750"/>
          </a:xfrm>
          <a:prstGeom prst="rect">
            <a:avLst/>
          </a:prstGeom>
        </p:spPr>
      </p:pic>
    </p:spTree>
    <p:extLst>
      <p:ext uri="{BB962C8B-B14F-4D97-AF65-F5344CB8AC3E}">
        <p14:creationId xmlns:p14="http://schemas.microsoft.com/office/powerpoint/2010/main" val="31628635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6EE58E-E097-237E-06CA-FAC01A2E3A15}"/>
              </a:ext>
            </a:extLst>
          </p:cNvPr>
          <p:cNvSpPr>
            <a:spLocks noGrp="1"/>
          </p:cNvSpPr>
          <p:nvPr>
            <p:ph type="title"/>
          </p:nvPr>
        </p:nvSpPr>
        <p:spPr/>
        <p:txBody>
          <a:bodyPr/>
          <a:lstStyle/>
          <a:p>
            <a:endParaRPr lang="es-MX"/>
          </a:p>
        </p:txBody>
      </p:sp>
      <p:pic>
        <p:nvPicPr>
          <p:cNvPr id="5" name="Marcador de contenido 4">
            <a:extLst>
              <a:ext uri="{FF2B5EF4-FFF2-40B4-BE49-F238E27FC236}">
                <a16:creationId xmlns:a16="http://schemas.microsoft.com/office/drawing/2014/main" id="{27E86BF0-FB63-CAD0-66B8-7F850789CB9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91083" y="177306"/>
            <a:ext cx="4880212" cy="6315569"/>
          </a:xfrm>
        </p:spPr>
      </p:pic>
    </p:spTree>
    <p:extLst>
      <p:ext uri="{BB962C8B-B14F-4D97-AF65-F5344CB8AC3E}">
        <p14:creationId xmlns:p14="http://schemas.microsoft.com/office/powerpoint/2010/main" val="3806835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60A34B-8824-922C-626E-48E4279855D3}"/>
              </a:ext>
            </a:extLst>
          </p:cNvPr>
          <p:cNvSpPr>
            <a:spLocks noGrp="1"/>
          </p:cNvSpPr>
          <p:nvPr>
            <p:ph type="title"/>
          </p:nvPr>
        </p:nvSpPr>
        <p:spPr>
          <a:xfrm>
            <a:off x="0" y="227565"/>
            <a:ext cx="8925636" cy="870431"/>
          </a:xfrm>
          <a:noFill/>
        </p:spPr>
        <p:txBody>
          <a:bodyPr vert="horz" wrap="square" lIns="91440" tIns="45720" rIns="91440" bIns="45720" rtlCol="0" anchor="ctr">
            <a:spAutoFit/>
          </a:bodyPr>
          <a:lstStyle/>
          <a:p>
            <a:pPr algn="ctr"/>
            <a:r>
              <a:rPr lang="es-MX" sz="2800" b="1" dirty="0">
                <a:latin typeface="Aptos Black" panose="020B0004020202020204" pitchFamily="34" charset="0"/>
                <a:ea typeface="+mn-ea"/>
                <a:cs typeface="Arial" panose="020B0604020202020204" pitchFamily="34" charset="0"/>
              </a:rPr>
              <a:t>El </a:t>
            </a:r>
            <a:r>
              <a:rPr lang="es-MX" sz="2800" b="1" dirty="0" err="1">
                <a:latin typeface="Aptos Black" panose="020B0004020202020204" pitchFamily="34" charset="0"/>
                <a:ea typeface="+mn-ea"/>
                <a:cs typeface="Arial" panose="020B0604020202020204" pitchFamily="34" charset="0"/>
              </a:rPr>
              <a:t>IECyGEI</a:t>
            </a:r>
            <a:r>
              <a:rPr lang="es-MX" sz="2800" b="1" dirty="0">
                <a:latin typeface="Aptos Black" panose="020B0004020202020204" pitchFamily="34" charset="0"/>
                <a:ea typeface="+mn-ea"/>
                <a:cs typeface="Arial" panose="020B0604020202020204" pitchFamily="34" charset="0"/>
              </a:rPr>
              <a:t> del Estado de Aguascalientes año base 2022 arroja una emisión total de 6,236.63 </a:t>
            </a:r>
            <a:r>
              <a:rPr lang="es-MX" sz="2800" b="1" dirty="0" err="1">
                <a:latin typeface="Aptos Black" panose="020B0004020202020204" pitchFamily="34" charset="0"/>
                <a:ea typeface="+mn-ea"/>
                <a:cs typeface="Arial" panose="020B0604020202020204" pitchFamily="34" charset="0"/>
              </a:rPr>
              <a:t>Gg</a:t>
            </a:r>
            <a:r>
              <a:rPr lang="es-MX" sz="2800" b="1" dirty="0">
                <a:latin typeface="Aptos Black" panose="020B0004020202020204" pitchFamily="34" charset="0"/>
                <a:ea typeface="+mn-ea"/>
                <a:cs typeface="Arial" panose="020B0604020202020204" pitchFamily="34" charset="0"/>
              </a:rPr>
              <a:t> CO2e</a:t>
            </a:r>
          </a:p>
        </p:txBody>
      </p:sp>
      <p:pic>
        <p:nvPicPr>
          <p:cNvPr id="9" name="Marcador de contenido 8">
            <a:extLst>
              <a:ext uri="{FF2B5EF4-FFF2-40B4-BE49-F238E27FC236}">
                <a16:creationId xmlns:a16="http://schemas.microsoft.com/office/drawing/2014/main" id="{0D894553-E244-2A80-E359-89EF80859EB3}"/>
              </a:ext>
            </a:extLst>
          </p:cNvPr>
          <p:cNvPicPr>
            <a:picLocks noGrp="1" noChangeAspect="1"/>
          </p:cNvPicPr>
          <p:nvPr>
            <p:ph idx="1"/>
          </p:nvPr>
        </p:nvPicPr>
        <p:blipFill>
          <a:blip r:embed="rId2"/>
          <a:srcRect l="24350" t="43623" r="31058" b="29385"/>
          <a:stretch>
            <a:fillRect/>
          </a:stretch>
        </p:blipFill>
        <p:spPr>
          <a:xfrm>
            <a:off x="148589" y="1888807"/>
            <a:ext cx="11894822" cy="4047969"/>
          </a:xfrm>
          <a:prstGeom prst="rect">
            <a:avLst/>
          </a:prstGeom>
        </p:spPr>
      </p:pic>
      <p:pic>
        <p:nvPicPr>
          <p:cNvPr id="11" name="Imagen 10">
            <a:extLst>
              <a:ext uri="{FF2B5EF4-FFF2-40B4-BE49-F238E27FC236}">
                <a16:creationId xmlns:a16="http://schemas.microsoft.com/office/drawing/2014/main" id="{2A76E20B-9F8F-A28D-7971-B732A8A6DAB5}"/>
              </a:ext>
            </a:extLst>
          </p:cNvPr>
          <p:cNvPicPr>
            <a:picLocks noChangeAspect="1"/>
          </p:cNvPicPr>
          <p:nvPr/>
        </p:nvPicPr>
        <p:blipFill>
          <a:blip r:embed="rId3"/>
          <a:srcRect l="42764" t="56458" r="39240" b="36429"/>
          <a:stretch>
            <a:fillRect/>
          </a:stretch>
        </p:blipFill>
        <p:spPr>
          <a:xfrm>
            <a:off x="316229" y="1390543"/>
            <a:ext cx="4484371" cy="996527"/>
          </a:xfrm>
          <a:prstGeom prst="rect">
            <a:avLst/>
          </a:prstGeom>
        </p:spPr>
      </p:pic>
    </p:spTree>
    <p:extLst>
      <p:ext uri="{BB962C8B-B14F-4D97-AF65-F5344CB8AC3E}">
        <p14:creationId xmlns:p14="http://schemas.microsoft.com/office/powerpoint/2010/main" val="623714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8C4FFD-4D78-113B-CC7F-A517A59FCC18}"/>
              </a:ext>
            </a:extLst>
          </p:cNvPr>
          <p:cNvSpPr>
            <a:spLocks noGrp="1"/>
          </p:cNvSpPr>
          <p:nvPr>
            <p:ph type="title"/>
          </p:nvPr>
        </p:nvSpPr>
        <p:spPr>
          <a:xfrm>
            <a:off x="218365" y="0"/>
            <a:ext cx="10515600" cy="1258230"/>
          </a:xfrm>
          <a:noFill/>
        </p:spPr>
        <p:txBody>
          <a:bodyPr vert="horz" wrap="square" lIns="91440" tIns="45720" rIns="91440" bIns="45720" rtlCol="0" anchor="ctr">
            <a:spAutoFit/>
          </a:bodyPr>
          <a:lstStyle/>
          <a:p>
            <a:r>
              <a:rPr lang="es-MX" sz="2800" b="1" dirty="0">
                <a:latin typeface="Aptos Black" panose="020B0004020202020204" pitchFamily="34" charset="0"/>
                <a:ea typeface="+mn-ea"/>
                <a:cs typeface="Arial" panose="020B0604020202020204" pitchFamily="34" charset="0"/>
              </a:rPr>
              <a:t>Presenta una absorción del orden </a:t>
            </a:r>
            <a:br>
              <a:rPr lang="es-MX" sz="2800" b="1" dirty="0">
                <a:latin typeface="Aptos Black" panose="020B0004020202020204" pitchFamily="34" charset="0"/>
                <a:ea typeface="+mn-ea"/>
                <a:cs typeface="Arial" panose="020B0604020202020204" pitchFamily="34" charset="0"/>
              </a:rPr>
            </a:br>
            <a:r>
              <a:rPr lang="es-MX" sz="2800" b="1" dirty="0">
                <a:latin typeface="Aptos Black" panose="020B0004020202020204" pitchFamily="34" charset="0"/>
                <a:ea typeface="+mn-ea"/>
                <a:cs typeface="Arial" panose="020B0604020202020204" pitchFamily="34" charset="0"/>
              </a:rPr>
              <a:t>276.04 </a:t>
            </a:r>
            <a:r>
              <a:rPr lang="es-MX" sz="2800" b="1" dirty="0" err="1">
                <a:latin typeface="Aptos Black" panose="020B0004020202020204" pitchFamily="34" charset="0"/>
                <a:ea typeface="+mn-ea"/>
                <a:cs typeface="Arial" panose="020B0604020202020204" pitchFamily="34" charset="0"/>
              </a:rPr>
              <a:t>Gg</a:t>
            </a:r>
            <a:r>
              <a:rPr lang="es-MX" sz="2800" b="1" dirty="0">
                <a:latin typeface="Aptos Black" panose="020B0004020202020204" pitchFamily="34" charset="0"/>
                <a:ea typeface="+mn-ea"/>
                <a:cs typeface="Arial" panose="020B0604020202020204" pitchFamily="34" charset="0"/>
              </a:rPr>
              <a:t> </a:t>
            </a:r>
            <a:r>
              <a:rPr lang="es-MX" sz="2800" b="1" dirty="0" err="1">
                <a:latin typeface="Aptos Black" panose="020B0004020202020204" pitchFamily="34" charset="0"/>
                <a:ea typeface="+mn-ea"/>
                <a:cs typeface="Arial" panose="020B0604020202020204" pitchFamily="34" charset="0"/>
              </a:rPr>
              <a:t>CO₂e</a:t>
            </a:r>
            <a:r>
              <a:rPr lang="es-MX" sz="2800" b="1" dirty="0">
                <a:latin typeface="Aptos Black" panose="020B0004020202020204" pitchFamily="34" charset="0"/>
                <a:ea typeface="+mn-ea"/>
                <a:cs typeface="Arial" panose="020B0604020202020204" pitchFamily="34" charset="0"/>
              </a:rPr>
              <a:t>. situando las emisiones netas de 2022</a:t>
            </a:r>
            <a:br>
              <a:rPr lang="es-MX" sz="2800" b="1" dirty="0">
                <a:latin typeface="Aptos Black" panose="020B0004020202020204" pitchFamily="34" charset="0"/>
                <a:ea typeface="+mn-ea"/>
                <a:cs typeface="Arial" panose="020B0604020202020204" pitchFamily="34" charset="0"/>
              </a:rPr>
            </a:br>
            <a:r>
              <a:rPr lang="es-MX" sz="2800" b="1" dirty="0">
                <a:latin typeface="Aptos Black" panose="020B0004020202020204" pitchFamily="34" charset="0"/>
                <a:ea typeface="+mn-ea"/>
                <a:cs typeface="Arial" panose="020B0604020202020204" pitchFamily="34" charset="0"/>
              </a:rPr>
              <a:t> en 5,960.59 </a:t>
            </a:r>
            <a:r>
              <a:rPr lang="es-MX" sz="2800" b="1" dirty="0" err="1">
                <a:latin typeface="Aptos Black" panose="020B0004020202020204" pitchFamily="34" charset="0"/>
                <a:ea typeface="+mn-ea"/>
                <a:cs typeface="Arial" panose="020B0604020202020204" pitchFamily="34" charset="0"/>
              </a:rPr>
              <a:t>Gg</a:t>
            </a:r>
            <a:r>
              <a:rPr lang="es-MX" sz="2800" b="1" dirty="0">
                <a:latin typeface="Aptos Black" panose="020B0004020202020204" pitchFamily="34" charset="0"/>
                <a:ea typeface="+mn-ea"/>
                <a:cs typeface="Arial" panose="020B0604020202020204" pitchFamily="34" charset="0"/>
              </a:rPr>
              <a:t> </a:t>
            </a:r>
            <a:r>
              <a:rPr lang="es-MX" sz="2800" b="1" dirty="0" err="1">
                <a:latin typeface="Aptos Black" panose="020B0004020202020204" pitchFamily="34" charset="0"/>
                <a:ea typeface="+mn-ea"/>
                <a:cs typeface="Arial" panose="020B0604020202020204" pitchFamily="34" charset="0"/>
              </a:rPr>
              <a:t>CO₂e</a:t>
            </a:r>
            <a:endParaRPr lang="es-MX" sz="2800" b="1" dirty="0">
              <a:latin typeface="Aptos Black" panose="020B0004020202020204" pitchFamily="34" charset="0"/>
              <a:ea typeface="+mn-ea"/>
              <a:cs typeface="Arial" panose="020B0604020202020204" pitchFamily="34" charset="0"/>
            </a:endParaRPr>
          </a:p>
        </p:txBody>
      </p:sp>
      <p:pic>
        <p:nvPicPr>
          <p:cNvPr id="5" name="Marcador de contenido 4">
            <a:extLst>
              <a:ext uri="{FF2B5EF4-FFF2-40B4-BE49-F238E27FC236}">
                <a16:creationId xmlns:a16="http://schemas.microsoft.com/office/drawing/2014/main" id="{82FB14AC-BE44-A86F-253A-8665E0FCEBF4}"/>
              </a:ext>
            </a:extLst>
          </p:cNvPr>
          <p:cNvPicPr>
            <a:picLocks noGrp="1" noChangeAspect="1"/>
          </p:cNvPicPr>
          <p:nvPr>
            <p:ph idx="1"/>
          </p:nvPr>
        </p:nvPicPr>
        <p:blipFill>
          <a:blip r:embed="rId2"/>
          <a:srcRect l="8619" t="36142" r="12557" b="11792"/>
          <a:stretch>
            <a:fillRect/>
          </a:stretch>
        </p:blipFill>
        <p:spPr>
          <a:xfrm>
            <a:off x="0" y="1815152"/>
            <a:ext cx="11980595" cy="4449171"/>
          </a:xfrm>
          <a:prstGeom prst="rect">
            <a:avLst/>
          </a:prstGeom>
        </p:spPr>
      </p:pic>
    </p:spTree>
    <p:extLst>
      <p:ext uri="{BB962C8B-B14F-4D97-AF65-F5344CB8AC3E}">
        <p14:creationId xmlns:p14="http://schemas.microsoft.com/office/powerpoint/2010/main" val="28969207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D852EAA4-DA55-4DC5-B7E7-31DE251C360D}"/>
              </a:ext>
            </a:extLst>
          </p:cNvPr>
          <p:cNvPicPr>
            <a:picLocks noChangeAspect="1"/>
          </p:cNvPicPr>
          <p:nvPr/>
        </p:nvPicPr>
        <p:blipFill>
          <a:blip r:embed="rId2"/>
          <a:stretch>
            <a:fillRect/>
          </a:stretch>
        </p:blipFill>
        <p:spPr>
          <a:xfrm>
            <a:off x="988249" y="1453647"/>
            <a:ext cx="9910702" cy="4889280"/>
          </a:xfrm>
          <a:prstGeom prst="rect">
            <a:avLst/>
          </a:prstGeom>
        </p:spPr>
      </p:pic>
      <p:sp>
        <p:nvSpPr>
          <p:cNvPr id="4" name="AutoShape 2" descr="odms">
            <a:extLst>
              <a:ext uri="{FF2B5EF4-FFF2-40B4-BE49-F238E27FC236}">
                <a16:creationId xmlns:a16="http://schemas.microsoft.com/office/drawing/2014/main" id="{EE5BB281-1B57-420B-9746-E68A796CCED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s-MX"/>
          </a:p>
        </p:txBody>
      </p:sp>
      <p:sp>
        <p:nvSpPr>
          <p:cNvPr id="6" name="Rectangle 2">
            <a:extLst>
              <a:ext uri="{FF2B5EF4-FFF2-40B4-BE49-F238E27FC236}">
                <a16:creationId xmlns:a16="http://schemas.microsoft.com/office/drawing/2014/main" id="{89B82E15-BEC9-4C99-BFD9-0E50B54151AD}"/>
              </a:ext>
            </a:extLst>
          </p:cNvPr>
          <p:cNvSpPr>
            <a:spLocks noChangeArrowheads="1"/>
          </p:cNvSpPr>
          <p:nvPr/>
        </p:nvSpPr>
        <p:spPr bwMode="auto">
          <a:xfrm>
            <a:off x="2074985" y="515073"/>
            <a:ext cx="8939408" cy="711200"/>
          </a:xfrm>
          <a:prstGeom prst="rect">
            <a:avLst/>
          </a:prstGeom>
          <a:noFill/>
          <a:ln w="9525">
            <a:noFill/>
            <a:miter lim="800000"/>
            <a:headEnd/>
            <a:tailEnd/>
          </a:ln>
        </p:spPr>
        <p:txBody>
          <a:bodyPr anchor="ctr"/>
          <a:lstStyle/>
          <a:p>
            <a:pPr algn="ctr"/>
            <a:r>
              <a:rPr lang="es-ES_tradnl" sz="3200" b="1" dirty="0">
                <a:solidFill>
                  <a:schemeClr val="bg1"/>
                </a:solidFill>
                <a:latin typeface="Arial Black" panose="020B0A04020102020204" pitchFamily="34" charset="0"/>
              </a:rPr>
              <a:t>Objetivos del Desarrollo Sostenible (2015-2030)</a:t>
            </a:r>
            <a:endParaRPr lang="es-ES" sz="3200" b="1" dirty="0">
              <a:solidFill>
                <a:schemeClr val="bg1"/>
              </a:solidFill>
              <a:latin typeface="Arial Black" panose="020B0A04020102020204"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0076" y="423390"/>
            <a:ext cx="8744688" cy="482633"/>
          </a:xfrm>
          <a:noFill/>
        </p:spPr>
        <p:txBody>
          <a:bodyPr vert="horz" wrap="square" lIns="91440" tIns="45720" rIns="91440" bIns="45720" rtlCol="0" anchor="ctr">
            <a:spAutoFit/>
          </a:bodyPr>
          <a:lstStyle/>
          <a:p>
            <a:r>
              <a:rPr lang="es-MX" sz="2800" b="1" dirty="0">
                <a:latin typeface="Aptos Black" panose="020B0004020202020204" pitchFamily="34" charset="0"/>
                <a:ea typeface="+mn-ea"/>
                <a:cs typeface="Arial" panose="020B0604020202020204" pitchFamily="34" charset="0"/>
              </a:rPr>
              <a:t>Plan de Acción Climática</a:t>
            </a:r>
          </a:p>
        </p:txBody>
      </p:sp>
      <p:sp>
        <p:nvSpPr>
          <p:cNvPr id="3" name="2 Marcador de contenido"/>
          <p:cNvSpPr>
            <a:spLocks noGrp="1"/>
          </p:cNvSpPr>
          <p:nvPr>
            <p:ph idx="1"/>
          </p:nvPr>
        </p:nvSpPr>
        <p:spPr>
          <a:xfrm>
            <a:off x="557245" y="2014885"/>
            <a:ext cx="11056999" cy="4315576"/>
          </a:xfrm>
        </p:spPr>
        <p:txBody>
          <a:bodyPr>
            <a:normAutofit/>
          </a:bodyPr>
          <a:lstStyle/>
          <a:p>
            <a:pPr marL="514350" indent="-514350" algn="just">
              <a:buFont typeface="+mj-lt"/>
              <a:buAutoNum type="arabicPeriod"/>
            </a:pPr>
            <a:r>
              <a:rPr lang="es-MX" b="1" dirty="0">
                <a:latin typeface="Arial" panose="020B0604020202020204" pitchFamily="34" charset="0"/>
                <a:cs typeface="Arial" panose="020B0604020202020204" pitchFamily="34" charset="0"/>
              </a:rPr>
              <a:t>El panorama general: </a:t>
            </a:r>
            <a:r>
              <a:rPr lang="es-MX" dirty="0">
                <a:latin typeface="Arial" panose="020B0604020202020204" pitchFamily="34" charset="0"/>
                <a:cs typeface="Arial" panose="020B0604020202020204" pitchFamily="34" charset="0"/>
              </a:rPr>
              <a:t>¿Qué es este plan y cuál es su visión?</a:t>
            </a:r>
          </a:p>
          <a:p>
            <a:pPr marL="514350" indent="-514350" algn="just">
              <a:buFont typeface="+mj-lt"/>
              <a:buAutoNum type="arabicPeriod"/>
            </a:pPr>
            <a:r>
              <a:rPr lang="es-MX" b="1" dirty="0">
                <a:latin typeface="Arial" panose="020B0604020202020204" pitchFamily="34" charset="0"/>
                <a:cs typeface="Arial" panose="020B0604020202020204" pitchFamily="34" charset="0"/>
              </a:rPr>
              <a:t>El Reto: </a:t>
            </a:r>
            <a:r>
              <a:rPr lang="es-MX" dirty="0">
                <a:latin typeface="Arial" panose="020B0604020202020204" pitchFamily="34" charset="0"/>
                <a:cs typeface="Arial" panose="020B0604020202020204" pitchFamily="34" charset="0"/>
              </a:rPr>
              <a:t>¿Por qué es necesario este plan para Pabellón de Arteaga?</a:t>
            </a:r>
          </a:p>
          <a:p>
            <a:pPr marL="514350" indent="-514350" algn="just">
              <a:buFont typeface="+mj-lt"/>
              <a:buAutoNum type="arabicPeriod"/>
            </a:pPr>
            <a:r>
              <a:rPr lang="es-MX" b="1" dirty="0">
                <a:latin typeface="Arial" panose="020B0604020202020204" pitchFamily="34" charset="0"/>
                <a:cs typeface="Arial" panose="020B0604020202020204" pitchFamily="34" charset="0"/>
              </a:rPr>
              <a:t>Nuestra Huella de Carbono: </a:t>
            </a:r>
            <a:r>
              <a:rPr lang="es-MX" dirty="0">
                <a:latin typeface="Arial" panose="020B0604020202020204" pitchFamily="34" charset="0"/>
                <a:cs typeface="Arial" panose="020B0604020202020204" pitchFamily="34" charset="0"/>
              </a:rPr>
              <a:t>¿De dónde provienen nuestras emisiones?</a:t>
            </a:r>
          </a:p>
          <a:p>
            <a:pPr marL="514350" indent="-514350" algn="just">
              <a:buFont typeface="+mj-lt"/>
              <a:buAutoNum type="arabicPeriod"/>
            </a:pPr>
            <a:r>
              <a:rPr lang="es-MX" b="1" dirty="0">
                <a:latin typeface="Arial" panose="020B0604020202020204" pitchFamily="34" charset="0"/>
                <a:cs typeface="Arial" panose="020B0604020202020204" pitchFamily="34" charset="0"/>
              </a:rPr>
              <a:t>Nuestra estrategia: </a:t>
            </a:r>
            <a:r>
              <a:rPr lang="es-MX" dirty="0">
                <a:latin typeface="Arial" panose="020B0604020202020204" pitchFamily="34" charset="0"/>
                <a:cs typeface="Arial" panose="020B0604020202020204" pitchFamily="34" charset="0"/>
              </a:rPr>
              <a:t>¿Cómo abordaremos esto? (Mitigación y Adaptación)</a:t>
            </a:r>
          </a:p>
          <a:p>
            <a:pPr marL="514350" indent="-514350" algn="just">
              <a:buFont typeface="+mj-lt"/>
              <a:buAutoNum type="arabicPeriod"/>
            </a:pPr>
            <a:r>
              <a:rPr lang="es-MX" b="1" dirty="0">
                <a:latin typeface="Arial" panose="020B0604020202020204" pitchFamily="34" charset="0"/>
                <a:cs typeface="Arial" panose="020B0604020202020204" pitchFamily="34" charset="0"/>
              </a:rPr>
              <a:t>Hacerlo realidad: </a:t>
            </a:r>
            <a:r>
              <a:rPr lang="es-MX" dirty="0">
                <a:latin typeface="Arial" panose="020B0604020202020204" pitchFamily="34" charset="0"/>
                <a:cs typeface="Arial" panose="020B0604020202020204" pitchFamily="34" charset="0"/>
              </a:rPr>
              <a:t>¿Quién es el responsable?</a:t>
            </a:r>
          </a:p>
          <a:p>
            <a:pPr algn="just"/>
            <a:endParaRPr lang="es-MX"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9557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564A95A-B049-7DF9-A96A-22B3322D8657}"/>
              </a:ext>
            </a:extLst>
          </p:cNvPr>
          <p:cNvSpPr>
            <a:spLocks noGrp="1"/>
          </p:cNvSpPr>
          <p:nvPr>
            <p:ph idx="1"/>
          </p:nvPr>
        </p:nvSpPr>
        <p:spPr>
          <a:xfrm>
            <a:off x="287058" y="1656393"/>
            <a:ext cx="10515600" cy="4351338"/>
          </a:xfrm>
        </p:spPr>
        <p:txBody>
          <a:bodyPr>
            <a:normAutofit/>
          </a:bodyPr>
          <a:lstStyle/>
          <a:p>
            <a:pPr algn="just"/>
            <a:r>
              <a:rPr lang="es-MX" sz="3200" b="1" dirty="0"/>
              <a:t>Visión: </a:t>
            </a:r>
            <a:r>
              <a:rPr lang="es-MX" sz="3200" dirty="0"/>
              <a:t>Construir un "futuro resiliente y sostenible" para el municipio.</a:t>
            </a:r>
          </a:p>
          <a:p>
            <a:pPr algn="just"/>
            <a:r>
              <a:rPr lang="es-MX" sz="3200" b="1" dirty="0"/>
              <a:t>¿Qué es? </a:t>
            </a:r>
            <a:r>
              <a:rPr lang="es-MX" sz="3200" dirty="0"/>
              <a:t>Es la hoja de ruta estratégica para hacer realidad la visión del Plan de Desarrollo Municipal (PDM), asegurando que nuestro progreso sea duradero.</a:t>
            </a:r>
          </a:p>
          <a:p>
            <a:pPr algn="just"/>
            <a:r>
              <a:rPr lang="es-MX" sz="3200" b="1" dirty="0"/>
              <a:t>Meta a 2040: </a:t>
            </a:r>
            <a:r>
              <a:rPr lang="es-MX" sz="3200" dirty="0"/>
              <a:t>Un municipio con seguridad hídrica garantizada, una economía agropecuaria que sea modelo de sostenibilidad y una sociedad protegida ante los impactos del clima.</a:t>
            </a:r>
          </a:p>
        </p:txBody>
      </p:sp>
      <p:sp>
        <p:nvSpPr>
          <p:cNvPr id="4" name="1 Título">
            <a:extLst>
              <a:ext uri="{FF2B5EF4-FFF2-40B4-BE49-F238E27FC236}">
                <a16:creationId xmlns:a16="http://schemas.microsoft.com/office/drawing/2014/main" id="{842DCAB5-FAD6-DC94-72E9-7AE03D08FA34}"/>
              </a:ext>
            </a:extLst>
          </p:cNvPr>
          <p:cNvSpPr>
            <a:spLocks noGrp="1"/>
          </p:cNvSpPr>
          <p:nvPr>
            <p:ph type="title"/>
          </p:nvPr>
        </p:nvSpPr>
        <p:spPr>
          <a:xfrm>
            <a:off x="101221" y="18255"/>
            <a:ext cx="9097370" cy="1325563"/>
          </a:xfrm>
        </p:spPr>
        <p:txBody>
          <a:bodyPr>
            <a:noAutofit/>
          </a:bodyPr>
          <a:lstStyle/>
          <a:p>
            <a:pPr algn="ctr"/>
            <a:r>
              <a:rPr lang="es-MX" sz="3200" dirty="0">
                <a:latin typeface="Arial Black" panose="020B0A04020102020204" pitchFamily="34" charset="0"/>
                <a:ea typeface="+mn-ea"/>
                <a:cs typeface="+mn-cs"/>
              </a:rPr>
              <a:t>Plan de Acción Climática</a:t>
            </a:r>
          </a:p>
        </p:txBody>
      </p:sp>
    </p:spTree>
    <p:extLst>
      <p:ext uri="{BB962C8B-B14F-4D97-AF65-F5344CB8AC3E}">
        <p14:creationId xmlns:p14="http://schemas.microsoft.com/office/powerpoint/2010/main" val="47452110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50BB88-AA88-C599-94FE-25E7AE6A593D}"/>
              </a:ext>
            </a:extLst>
          </p:cNvPr>
          <p:cNvSpPr>
            <a:spLocks noGrp="1"/>
          </p:cNvSpPr>
          <p:nvPr>
            <p:ph type="title"/>
          </p:nvPr>
        </p:nvSpPr>
        <p:spPr>
          <a:xfrm>
            <a:off x="-239973" y="113789"/>
            <a:ext cx="10515600" cy="1325563"/>
          </a:xfrm>
        </p:spPr>
        <p:txBody>
          <a:bodyPr vert="horz" lIns="91440" tIns="45720" rIns="91440" bIns="45720" rtlCol="0" anchor="ctr">
            <a:noAutofit/>
          </a:bodyPr>
          <a:lstStyle/>
          <a:p>
            <a:pPr algn="ctr"/>
            <a:r>
              <a:rPr lang="es-MX" sz="3200" dirty="0">
                <a:latin typeface="Arial Black" panose="020B0A04020102020204" pitchFamily="34" charset="0"/>
                <a:ea typeface="+mn-ea"/>
                <a:cs typeface="+mn-cs"/>
              </a:rPr>
              <a:t>El Desafío: Nuestra Agua Está en Riesgo</a:t>
            </a:r>
          </a:p>
        </p:txBody>
      </p:sp>
      <p:sp>
        <p:nvSpPr>
          <p:cNvPr id="3" name="Marcador de contenido 2">
            <a:extLst>
              <a:ext uri="{FF2B5EF4-FFF2-40B4-BE49-F238E27FC236}">
                <a16:creationId xmlns:a16="http://schemas.microsoft.com/office/drawing/2014/main" id="{75C17BAB-1D7A-609A-B1D4-CC723963A731}"/>
              </a:ext>
            </a:extLst>
          </p:cNvPr>
          <p:cNvSpPr>
            <a:spLocks noGrp="1"/>
          </p:cNvSpPr>
          <p:nvPr>
            <p:ph idx="1"/>
          </p:nvPr>
        </p:nvSpPr>
        <p:spPr>
          <a:xfrm>
            <a:off x="415119" y="1730091"/>
            <a:ext cx="10515600" cy="4351338"/>
          </a:xfrm>
        </p:spPr>
        <p:txBody>
          <a:bodyPr>
            <a:normAutofit lnSpcReduction="10000"/>
          </a:bodyPr>
          <a:lstStyle/>
          <a:p>
            <a:pPr algn="just"/>
            <a:r>
              <a:rPr lang="es-MX" b="1" dirty="0"/>
              <a:t>La Amenaza Principal: </a:t>
            </a:r>
            <a:r>
              <a:rPr lang="es-MX" dirty="0"/>
              <a:t>La crisis climática amenaza nuestra economía y bienestar a través de la creciente escasez de agua. </a:t>
            </a:r>
          </a:p>
          <a:p>
            <a:pPr algn="just"/>
            <a:r>
              <a:rPr lang="es-MX" b="1" dirty="0"/>
              <a:t>Nuestra Mayor Vulnerabilidad: </a:t>
            </a:r>
            <a:r>
              <a:rPr lang="es-MX" dirty="0"/>
              <a:t>Dependemos 100% de una sola fuente de agua subterránea, el Acuífero del Valle de Aguascalientes, que se encuentra en sobreexplotación crítica. </a:t>
            </a:r>
          </a:p>
          <a:p>
            <a:pPr algn="just"/>
            <a:r>
              <a:rPr lang="es-MX" b="1" dirty="0"/>
              <a:t>La Paradoja: </a:t>
            </a:r>
            <a:r>
              <a:rPr lang="es-MX" dirty="0"/>
              <a:t>Nuestro motor económico, el sector agropecuario, es a la vez el mayor consumidor de agua (68%) y el principal generador de emisiones de gases (64%). </a:t>
            </a:r>
          </a:p>
          <a:p>
            <a:pPr algn="just"/>
            <a:r>
              <a:rPr lang="es-MX" b="1" dirty="0"/>
              <a:t>El Futuro: </a:t>
            </a:r>
            <a:r>
              <a:rPr lang="es-MX" dirty="0"/>
              <a:t>Las proyecciones para 2050 muestran un posible aumento de temperatura de hasta 2.8°C y una reducción de lluvia de hasta un 20%. </a:t>
            </a:r>
          </a:p>
        </p:txBody>
      </p:sp>
    </p:spTree>
    <p:extLst>
      <p:ext uri="{BB962C8B-B14F-4D97-AF65-F5344CB8AC3E}">
        <p14:creationId xmlns:p14="http://schemas.microsoft.com/office/powerpoint/2010/main" val="9160929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179FAD-CFDD-F08B-E997-44AAF63A6F90}"/>
              </a:ext>
            </a:extLst>
          </p:cNvPr>
          <p:cNvSpPr>
            <a:spLocks noGrp="1"/>
          </p:cNvSpPr>
          <p:nvPr>
            <p:ph type="title"/>
          </p:nvPr>
        </p:nvSpPr>
        <p:spPr>
          <a:xfrm>
            <a:off x="-499280" y="0"/>
            <a:ext cx="10515600" cy="1325563"/>
          </a:xfrm>
        </p:spPr>
        <p:txBody>
          <a:bodyPr vert="horz" lIns="91440" tIns="45720" rIns="91440" bIns="45720" rtlCol="0" anchor="ctr">
            <a:noAutofit/>
          </a:bodyPr>
          <a:lstStyle/>
          <a:p>
            <a:pPr algn="ctr"/>
            <a:r>
              <a:rPr lang="es-MX" sz="3200" dirty="0">
                <a:latin typeface="Arial Black" panose="020B0A04020102020204" pitchFamily="34" charset="0"/>
                <a:ea typeface="+mn-ea"/>
                <a:cs typeface="+mn-cs"/>
              </a:rPr>
              <a:t>Nuestra Huella de Carbono: </a:t>
            </a:r>
            <a:br>
              <a:rPr lang="es-MX" sz="3200" dirty="0">
                <a:latin typeface="Arial Black" panose="020B0A04020102020204" pitchFamily="34" charset="0"/>
                <a:ea typeface="+mn-ea"/>
                <a:cs typeface="+mn-cs"/>
              </a:rPr>
            </a:br>
            <a:r>
              <a:rPr lang="es-MX" sz="3200" dirty="0">
                <a:latin typeface="Arial Black" panose="020B0A04020102020204" pitchFamily="34" charset="0"/>
                <a:ea typeface="+mn-ea"/>
                <a:cs typeface="+mn-cs"/>
              </a:rPr>
              <a:t>¿De Dónde Vienen las Emisiones?</a:t>
            </a:r>
          </a:p>
        </p:txBody>
      </p:sp>
      <p:sp>
        <p:nvSpPr>
          <p:cNvPr id="3" name="Marcador de contenido 2">
            <a:extLst>
              <a:ext uri="{FF2B5EF4-FFF2-40B4-BE49-F238E27FC236}">
                <a16:creationId xmlns:a16="http://schemas.microsoft.com/office/drawing/2014/main" id="{2C41184D-9BFE-9B6C-134F-D90A4D2FC05C}"/>
              </a:ext>
            </a:extLst>
          </p:cNvPr>
          <p:cNvSpPr>
            <a:spLocks noGrp="1"/>
          </p:cNvSpPr>
          <p:nvPr>
            <p:ph idx="1"/>
          </p:nvPr>
        </p:nvSpPr>
        <p:spPr>
          <a:xfrm>
            <a:off x="537950" y="1921160"/>
            <a:ext cx="10515600" cy="4351338"/>
          </a:xfrm>
        </p:spPr>
        <p:txBody>
          <a:bodyPr/>
          <a:lstStyle/>
          <a:p>
            <a:pPr algn="just"/>
            <a:r>
              <a:rPr lang="es-MX" dirty="0"/>
              <a:t>Emisiones Totales (2022): 375.5 </a:t>
            </a:r>
            <a:r>
              <a:rPr lang="es-MX" dirty="0" err="1"/>
              <a:t>Gg</a:t>
            </a:r>
            <a:r>
              <a:rPr lang="es-MX" dirty="0"/>
              <a:t> de CO2e. </a:t>
            </a:r>
          </a:p>
          <a:p>
            <a:pPr algn="just"/>
            <a:r>
              <a:rPr lang="es-MX" dirty="0"/>
              <a:t>Nuestro perfil de emisiones está dominado por la actividad agropecuaria: Agricultura y Ganadería (AFOLU): 64% </a:t>
            </a:r>
          </a:p>
          <a:p>
            <a:pPr algn="just"/>
            <a:r>
              <a:rPr lang="es-MX" dirty="0"/>
              <a:t>La principal fuente es la ganadería (fermentación entérica y manejo de estiércol). </a:t>
            </a:r>
          </a:p>
          <a:p>
            <a:pPr algn="just"/>
            <a:r>
              <a:rPr lang="es-MX" dirty="0"/>
              <a:t>Energía (Transporte y Electricidad): 23% </a:t>
            </a:r>
          </a:p>
          <a:p>
            <a:pPr algn="just"/>
            <a:r>
              <a:rPr lang="es-MX" dirty="0"/>
              <a:t>Residuos: 11% </a:t>
            </a:r>
          </a:p>
          <a:p>
            <a:pPr algn="just"/>
            <a:r>
              <a:rPr lang="es-MX" dirty="0"/>
              <a:t>Procesos Industriales: 2%</a:t>
            </a:r>
          </a:p>
        </p:txBody>
      </p:sp>
    </p:spTree>
    <p:extLst>
      <p:ext uri="{BB962C8B-B14F-4D97-AF65-F5344CB8AC3E}">
        <p14:creationId xmlns:p14="http://schemas.microsoft.com/office/powerpoint/2010/main" val="255175796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ED3E5F-C93D-36CD-3A0E-8A6C571E00B1}"/>
              </a:ext>
            </a:extLst>
          </p:cNvPr>
          <p:cNvSpPr>
            <a:spLocks noGrp="1"/>
          </p:cNvSpPr>
          <p:nvPr>
            <p:ph type="title"/>
          </p:nvPr>
        </p:nvSpPr>
        <p:spPr>
          <a:xfrm>
            <a:off x="-354842" y="0"/>
            <a:ext cx="10515600" cy="1325563"/>
          </a:xfrm>
        </p:spPr>
        <p:txBody>
          <a:bodyPr vert="horz" lIns="91440" tIns="45720" rIns="91440" bIns="45720" rtlCol="0" anchor="ctr">
            <a:noAutofit/>
          </a:bodyPr>
          <a:lstStyle/>
          <a:p>
            <a:pPr algn="ctr"/>
            <a:r>
              <a:rPr lang="es-MX" sz="3200" dirty="0">
                <a:latin typeface="Arial Black" panose="020B0A04020102020204" pitchFamily="34" charset="0"/>
                <a:ea typeface="+mn-ea"/>
                <a:cs typeface="+mn-cs"/>
              </a:rPr>
              <a:t>Comparación de emisiones (2022)</a:t>
            </a:r>
          </a:p>
        </p:txBody>
      </p:sp>
      <p:pic>
        <p:nvPicPr>
          <p:cNvPr id="4" name="Marcador de contenido 3">
            <a:extLst>
              <a:ext uri="{FF2B5EF4-FFF2-40B4-BE49-F238E27FC236}">
                <a16:creationId xmlns:a16="http://schemas.microsoft.com/office/drawing/2014/main" id="{6771E9F6-7491-0F0C-BCAE-55659BCE868A}"/>
              </a:ext>
            </a:extLst>
          </p:cNvPr>
          <p:cNvPicPr>
            <a:picLocks noGrp="1" noChangeAspect="1"/>
          </p:cNvPicPr>
          <p:nvPr>
            <p:ph idx="1"/>
          </p:nvPr>
        </p:nvPicPr>
        <p:blipFill>
          <a:blip r:embed="rId2"/>
          <a:srcRect l="13992" r="9502"/>
          <a:stretch>
            <a:fillRect/>
          </a:stretch>
        </p:blipFill>
        <p:spPr>
          <a:xfrm>
            <a:off x="491319" y="1922700"/>
            <a:ext cx="5817096" cy="4570175"/>
          </a:xfrm>
          <a:prstGeom prst="rect">
            <a:avLst/>
          </a:prstGeom>
        </p:spPr>
      </p:pic>
      <p:pic>
        <p:nvPicPr>
          <p:cNvPr id="6" name="Imagen 5">
            <a:extLst>
              <a:ext uri="{FF2B5EF4-FFF2-40B4-BE49-F238E27FC236}">
                <a16:creationId xmlns:a16="http://schemas.microsoft.com/office/drawing/2014/main" id="{80085B78-39A5-0795-7083-9F638E897EC7}"/>
              </a:ext>
            </a:extLst>
          </p:cNvPr>
          <p:cNvPicPr>
            <a:picLocks noChangeAspect="1"/>
          </p:cNvPicPr>
          <p:nvPr/>
        </p:nvPicPr>
        <p:blipFill>
          <a:blip r:embed="rId3"/>
          <a:srcRect l="14377" r="15965"/>
          <a:stretch>
            <a:fillRect/>
          </a:stretch>
        </p:blipFill>
        <p:spPr>
          <a:xfrm>
            <a:off x="6540426" y="1922700"/>
            <a:ext cx="5296501" cy="4570175"/>
          </a:xfrm>
          <a:prstGeom prst="rect">
            <a:avLst/>
          </a:prstGeom>
        </p:spPr>
      </p:pic>
    </p:spTree>
    <p:extLst>
      <p:ext uri="{BB962C8B-B14F-4D97-AF65-F5344CB8AC3E}">
        <p14:creationId xmlns:p14="http://schemas.microsoft.com/office/powerpoint/2010/main" val="15505953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490D57-FFF6-3D9E-6A56-7EB9BAFF0995}"/>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C32A0377-8E19-F4EC-499B-4262CAC6A632}"/>
              </a:ext>
            </a:extLst>
          </p:cNvPr>
          <p:cNvPicPr>
            <a:picLocks noGrp="1" noChangeAspect="1"/>
          </p:cNvPicPr>
          <p:nvPr>
            <p:ph idx="1"/>
          </p:nvPr>
        </p:nvPicPr>
        <p:blipFill>
          <a:blip r:embed="rId2"/>
          <a:stretch>
            <a:fillRect/>
          </a:stretch>
        </p:blipFill>
        <p:spPr>
          <a:xfrm>
            <a:off x="483358" y="54239"/>
            <a:ext cx="10712066" cy="6438636"/>
          </a:xfrm>
          <a:prstGeom prst="rect">
            <a:avLst/>
          </a:prstGeom>
        </p:spPr>
      </p:pic>
    </p:spTree>
    <p:extLst>
      <p:ext uri="{BB962C8B-B14F-4D97-AF65-F5344CB8AC3E}">
        <p14:creationId xmlns:p14="http://schemas.microsoft.com/office/powerpoint/2010/main" val="37037776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2E276C-9E37-D63D-D24B-D7A340F63AD2}"/>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0B1872D2-81BC-0C31-C7D9-12EBFD4FB9F0}"/>
              </a:ext>
            </a:extLst>
          </p:cNvPr>
          <p:cNvPicPr>
            <a:picLocks noGrp="1" noChangeAspect="1"/>
          </p:cNvPicPr>
          <p:nvPr>
            <p:ph idx="1"/>
          </p:nvPr>
        </p:nvPicPr>
        <p:blipFill>
          <a:blip r:embed="rId2"/>
          <a:stretch>
            <a:fillRect/>
          </a:stretch>
        </p:blipFill>
        <p:spPr>
          <a:xfrm>
            <a:off x="551496" y="0"/>
            <a:ext cx="10802304" cy="6492875"/>
          </a:xfrm>
          <a:prstGeom prst="rect">
            <a:avLst/>
          </a:prstGeom>
        </p:spPr>
      </p:pic>
    </p:spTree>
    <p:extLst>
      <p:ext uri="{BB962C8B-B14F-4D97-AF65-F5344CB8AC3E}">
        <p14:creationId xmlns:p14="http://schemas.microsoft.com/office/powerpoint/2010/main" val="2080035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B65777-3372-565E-C14A-7F09826ADC31}"/>
              </a:ext>
            </a:extLst>
          </p:cNvPr>
          <p:cNvSpPr>
            <a:spLocks noGrp="1"/>
          </p:cNvSpPr>
          <p:nvPr>
            <p:ph type="title"/>
          </p:nvPr>
        </p:nvSpPr>
        <p:spPr/>
        <p:txBody>
          <a:bodyPr/>
          <a:lstStyle/>
          <a:p>
            <a:endParaRPr lang="es-MX"/>
          </a:p>
        </p:txBody>
      </p:sp>
      <p:pic>
        <p:nvPicPr>
          <p:cNvPr id="4" name="Marcador de contenido 3">
            <a:extLst>
              <a:ext uri="{FF2B5EF4-FFF2-40B4-BE49-F238E27FC236}">
                <a16:creationId xmlns:a16="http://schemas.microsoft.com/office/drawing/2014/main" id="{F14AD112-18E5-E892-688B-86043ED365C0}"/>
              </a:ext>
            </a:extLst>
          </p:cNvPr>
          <p:cNvPicPr>
            <a:picLocks noGrp="1" noChangeAspect="1"/>
          </p:cNvPicPr>
          <p:nvPr>
            <p:ph idx="1"/>
          </p:nvPr>
        </p:nvPicPr>
        <p:blipFill>
          <a:blip r:embed="rId2"/>
          <a:srcRect b="17732"/>
          <a:stretch>
            <a:fillRect/>
          </a:stretch>
        </p:blipFill>
        <p:spPr>
          <a:xfrm>
            <a:off x="1493291" y="-199574"/>
            <a:ext cx="8578755" cy="7057574"/>
          </a:xfrm>
          <a:prstGeom prst="rect">
            <a:avLst/>
          </a:prstGeom>
        </p:spPr>
      </p:pic>
    </p:spTree>
    <p:extLst>
      <p:ext uri="{BB962C8B-B14F-4D97-AF65-F5344CB8AC3E}">
        <p14:creationId xmlns:p14="http://schemas.microsoft.com/office/powerpoint/2010/main" val="16419933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0A21D9-6E81-7175-8162-4B29BB49689E}"/>
              </a:ext>
            </a:extLst>
          </p:cNvPr>
          <p:cNvSpPr>
            <a:spLocks noGrp="1"/>
          </p:cNvSpPr>
          <p:nvPr>
            <p:ph type="title"/>
          </p:nvPr>
        </p:nvSpPr>
        <p:spPr>
          <a:xfrm>
            <a:off x="-444689" y="133113"/>
            <a:ext cx="10515600" cy="1325563"/>
          </a:xfrm>
        </p:spPr>
        <p:txBody>
          <a:bodyPr vert="horz" lIns="91440" tIns="45720" rIns="91440" bIns="45720" rtlCol="0" anchor="ctr">
            <a:noAutofit/>
          </a:bodyPr>
          <a:lstStyle/>
          <a:p>
            <a:pPr algn="ctr"/>
            <a:r>
              <a:rPr lang="es-MX" sz="3200" dirty="0">
                <a:latin typeface="Arial Black" panose="020B0A04020102020204" pitchFamily="34" charset="0"/>
                <a:ea typeface="+mn-ea"/>
                <a:cs typeface="+mn-cs"/>
              </a:rPr>
              <a:t>Nuestra Estrategia: Un Plan con Dos Ejes</a:t>
            </a:r>
          </a:p>
        </p:txBody>
      </p:sp>
      <p:sp>
        <p:nvSpPr>
          <p:cNvPr id="3" name="Marcador de contenido 2">
            <a:extLst>
              <a:ext uri="{FF2B5EF4-FFF2-40B4-BE49-F238E27FC236}">
                <a16:creationId xmlns:a16="http://schemas.microsoft.com/office/drawing/2014/main" id="{5A6FB32A-310A-0D57-C641-C06E0E0003F9}"/>
              </a:ext>
            </a:extLst>
          </p:cNvPr>
          <p:cNvSpPr>
            <a:spLocks noGrp="1"/>
          </p:cNvSpPr>
          <p:nvPr>
            <p:ph idx="1"/>
          </p:nvPr>
        </p:nvSpPr>
        <p:spPr>
          <a:xfrm>
            <a:off x="483359" y="2467070"/>
            <a:ext cx="10515600" cy="2828262"/>
          </a:xfrm>
        </p:spPr>
        <p:txBody>
          <a:bodyPr/>
          <a:lstStyle/>
          <a:p>
            <a:r>
              <a:rPr lang="es-MX" b="1" dirty="0"/>
              <a:t>Para enfrentar la crisis climática, atacaremos el problema desde dos frentes:</a:t>
            </a:r>
            <a:endParaRPr lang="es-MX" dirty="0"/>
          </a:p>
          <a:p>
            <a:r>
              <a:rPr lang="es-MX" b="1" dirty="0"/>
              <a:t>1. Mitigación 📉:</a:t>
            </a:r>
            <a:r>
              <a:rPr lang="es-MX" dirty="0"/>
              <a:t> Reducir nuestras emisiones de gases para frenar el problema en su origen.</a:t>
            </a:r>
          </a:p>
          <a:p>
            <a:r>
              <a:rPr lang="es-MX" b="1" dirty="0"/>
              <a:t>2. Adaptación 💧:</a:t>
            </a:r>
            <a:r>
              <a:rPr lang="es-MX" dirty="0"/>
              <a:t> Prepararnos para los impactos que ya son inevitables, con un enfoque total en la seguridad hídrica.</a:t>
            </a:r>
          </a:p>
          <a:p>
            <a:endParaRPr lang="es-MX" dirty="0"/>
          </a:p>
        </p:txBody>
      </p:sp>
    </p:spTree>
    <p:extLst>
      <p:ext uri="{BB962C8B-B14F-4D97-AF65-F5344CB8AC3E}">
        <p14:creationId xmlns:p14="http://schemas.microsoft.com/office/powerpoint/2010/main" val="156799751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B7B401-790C-36C8-80E4-E4F6498AF651}"/>
              </a:ext>
            </a:extLst>
          </p:cNvPr>
          <p:cNvSpPr>
            <a:spLocks noGrp="1"/>
          </p:cNvSpPr>
          <p:nvPr>
            <p:ph type="title"/>
          </p:nvPr>
        </p:nvSpPr>
        <p:spPr>
          <a:xfrm>
            <a:off x="-403747" y="0"/>
            <a:ext cx="10515600" cy="1325563"/>
          </a:xfrm>
        </p:spPr>
        <p:txBody>
          <a:bodyPr vert="horz" lIns="91440" tIns="45720" rIns="91440" bIns="45720" rtlCol="0" anchor="ctr">
            <a:noAutofit/>
          </a:bodyPr>
          <a:lstStyle/>
          <a:p>
            <a:pPr algn="ctr"/>
            <a:r>
              <a:rPr lang="es-MX" sz="3200" dirty="0">
                <a:latin typeface="Arial Black" panose="020B0A04020102020204" pitchFamily="34" charset="0"/>
                <a:ea typeface="+mn-ea"/>
                <a:cs typeface="+mn-cs"/>
              </a:rPr>
              <a:t>Estrategia de Mitigación 📉</a:t>
            </a:r>
          </a:p>
        </p:txBody>
      </p:sp>
      <p:sp>
        <p:nvSpPr>
          <p:cNvPr id="6" name="Rectangle 3">
            <a:extLst>
              <a:ext uri="{FF2B5EF4-FFF2-40B4-BE49-F238E27FC236}">
                <a16:creationId xmlns:a16="http://schemas.microsoft.com/office/drawing/2014/main" id="{80151487-EDA8-FD1E-39F8-B0099DBD208D}"/>
              </a:ext>
            </a:extLst>
          </p:cNvPr>
          <p:cNvSpPr>
            <a:spLocks noGrp="1" noChangeArrowheads="1"/>
          </p:cNvSpPr>
          <p:nvPr>
            <p:ph idx="1"/>
          </p:nvPr>
        </p:nvSpPr>
        <p:spPr bwMode="auto">
          <a:xfrm>
            <a:off x="537949" y="1828269"/>
            <a:ext cx="105156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Meta para 2030:</a:t>
            </a:r>
            <a:r>
              <a:rPr kumimoji="0" lang="es-MX" altLang="es-MX" sz="2400" b="0" i="0" u="none" strike="noStrike" cap="none" normalizeH="0" baseline="0" dirty="0">
                <a:ln>
                  <a:noFill/>
                </a:ln>
                <a:solidFill>
                  <a:schemeClr val="tx1"/>
                </a:solidFill>
                <a:effectLst/>
                <a:latin typeface="Arial" panose="020B0604020202020204" pitchFamily="34" charset="0"/>
              </a:rPr>
              <a:t> Reducir nuestras emisiones de gases en un </a:t>
            </a:r>
            <a:r>
              <a:rPr kumimoji="0" lang="es-MX" altLang="es-MX" sz="2400" b="1" i="0" u="none" strike="noStrike" cap="none" normalizeH="0" baseline="0" dirty="0">
                <a:ln>
                  <a:noFill/>
                </a:ln>
                <a:solidFill>
                  <a:schemeClr val="tx1"/>
                </a:solidFill>
                <a:effectLst/>
                <a:latin typeface="Arial" panose="020B0604020202020204" pitchFamily="34" charset="0"/>
              </a:rPr>
              <a:t>30%</a:t>
            </a:r>
            <a:r>
              <a:rPr kumimoji="0" lang="es-MX" altLang="es-MX" sz="24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¿Cómo lo lograremos? Acciones prioritarias:</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1. Ganadería Sostenible (Nuestra mayor fuente de emisiones):</a:t>
            </a:r>
            <a:endParaRPr kumimoji="0" lang="es-MX" altLang="es-MX"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s-MX" altLang="es-MX" sz="2400" b="0" i="0" u="none" strike="noStrike" cap="none" normalizeH="0" baseline="0" dirty="0">
                <a:ln>
                  <a:noFill/>
                </a:ln>
                <a:solidFill>
                  <a:schemeClr val="tx1"/>
                </a:solidFill>
                <a:effectLst/>
                <a:latin typeface="Arial" panose="020B0604020202020204" pitchFamily="34" charset="0"/>
              </a:rPr>
              <a:t>Instalación de </a:t>
            </a:r>
            <a:r>
              <a:rPr kumimoji="0" lang="es-MX" altLang="es-MX" sz="2400" b="1" i="0" u="none" strike="noStrike" cap="none" normalizeH="0" baseline="0" dirty="0">
                <a:ln>
                  <a:noFill/>
                </a:ln>
                <a:solidFill>
                  <a:schemeClr val="tx1"/>
                </a:solidFill>
                <a:effectLst/>
                <a:latin typeface="Arial" panose="020B0604020202020204" pitchFamily="34" charset="0"/>
              </a:rPr>
              <a:t>biodigestores</a:t>
            </a:r>
            <a:r>
              <a:rPr kumimoji="0" lang="es-MX" altLang="es-MX" sz="2400" b="0" i="0" u="none" strike="noStrike" cap="none" normalizeH="0" baseline="0" dirty="0">
                <a:ln>
                  <a:noFill/>
                </a:ln>
                <a:solidFill>
                  <a:schemeClr val="tx1"/>
                </a:solidFill>
                <a:effectLst/>
                <a:latin typeface="Arial" panose="020B0604020202020204" pitchFamily="34" charset="0"/>
              </a:rPr>
              <a:t> para convertir el estiércol en biogás y biofertilizantes.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2. Agricultura Inteligente:</a:t>
            </a:r>
            <a:endParaRPr kumimoji="0" lang="es-MX" altLang="es-MX"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s-MX" altLang="es-MX" sz="2400" b="0" i="0" u="none" strike="noStrike" cap="none" normalizeH="0" baseline="0" dirty="0">
                <a:ln>
                  <a:noFill/>
                </a:ln>
                <a:solidFill>
                  <a:schemeClr val="tx1"/>
                </a:solidFill>
                <a:effectLst/>
                <a:latin typeface="Arial" panose="020B0604020202020204" pitchFamily="34" charset="0"/>
              </a:rPr>
              <a:t>Uso eficiente de fertilizantes para reducir las emisiones de óxido nitroso (N₂O).</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3. Gestión de Residuos:</a:t>
            </a:r>
            <a:endParaRPr kumimoji="0" lang="es-MX" altLang="es-MX"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s-MX" altLang="es-MX" sz="2400" b="0" i="0" u="none" strike="noStrike" cap="none" normalizeH="0" baseline="0" dirty="0">
                <a:ln>
                  <a:noFill/>
                </a:ln>
                <a:solidFill>
                  <a:schemeClr val="tx1"/>
                </a:solidFill>
                <a:effectLst/>
                <a:latin typeface="Arial" panose="020B0604020202020204" pitchFamily="34" charset="0"/>
              </a:rPr>
              <a:t>Implementar el programa </a:t>
            </a:r>
            <a:r>
              <a:rPr kumimoji="0" lang="es-MX" altLang="es-MX" sz="2400" b="1" i="0" u="none" strike="noStrike" cap="none" normalizeH="0" baseline="0" dirty="0">
                <a:ln>
                  <a:noFill/>
                </a:ln>
                <a:solidFill>
                  <a:schemeClr val="tx1"/>
                </a:solidFill>
                <a:effectLst/>
                <a:latin typeface="Arial" panose="020B0604020202020204" pitchFamily="34" charset="0"/>
              </a:rPr>
              <a:t>"Pabellón Separa y Composta"</a:t>
            </a:r>
            <a:r>
              <a:rPr kumimoji="0" lang="es-MX" altLang="es-MX" sz="2400" b="0" i="0" u="none" strike="noStrike" cap="none" normalizeH="0" baseline="0" dirty="0">
                <a:ln>
                  <a:noFill/>
                </a:ln>
                <a:solidFill>
                  <a:schemeClr val="tx1"/>
                </a:solidFill>
                <a:effectLst/>
                <a:latin typeface="Arial" panose="020B0604020202020204" pitchFamily="34" charset="0"/>
              </a:rPr>
              <a:t> para aprovechar los residuos orgánicos.</a:t>
            </a:r>
          </a:p>
        </p:txBody>
      </p:sp>
    </p:spTree>
    <p:extLst>
      <p:ext uri="{BB962C8B-B14F-4D97-AF65-F5344CB8AC3E}">
        <p14:creationId xmlns:p14="http://schemas.microsoft.com/office/powerpoint/2010/main" val="34967185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1AFA647-6DDE-A8EC-78C8-AE186FDCF2FD}"/>
              </a:ext>
            </a:extLst>
          </p:cNvPr>
          <p:cNvSpPr>
            <a:spLocks noGrp="1"/>
          </p:cNvSpPr>
          <p:nvPr>
            <p:ph type="title"/>
          </p:nvPr>
        </p:nvSpPr>
        <p:spPr>
          <a:xfrm>
            <a:off x="136479" y="0"/>
            <a:ext cx="8992738" cy="1325563"/>
          </a:xfrm>
        </p:spPr>
        <p:txBody>
          <a:bodyPr vert="horz" lIns="91440" tIns="45720" rIns="91440" bIns="45720" rtlCol="0" anchor="ctr">
            <a:noAutofit/>
          </a:bodyPr>
          <a:lstStyle/>
          <a:p>
            <a:pPr algn="ctr"/>
            <a:r>
              <a:rPr lang="es-MX" sz="3200" dirty="0">
                <a:latin typeface="Arial Black" panose="020B0A04020102020204" pitchFamily="34" charset="0"/>
                <a:ea typeface="+mn-ea"/>
                <a:cs typeface="+mn-cs"/>
              </a:rPr>
              <a:t>Infraestructura y Eficiencia Energética</a:t>
            </a:r>
          </a:p>
        </p:txBody>
      </p:sp>
      <p:sp>
        <p:nvSpPr>
          <p:cNvPr id="4" name="Rectangle 1">
            <a:extLst>
              <a:ext uri="{FF2B5EF4-FFF2-40B4-BE49-F238E27FC236}">
                <a16:creationId xmlns:a16="http://schemas.microsoft.com/office/drawing/2014/main" id="{DF1C9284-C174-4107-525E-C09135D9FF1E}"/>
              </a:ext>
            </a:extLst>
          </p:cNvPr>
          <p:cNvSpPr>
            <a:spLocks noGrp="1" noChangeArrowheads="1"/>
          </p:cNvSpPr>
          <p:nvPr>
            <p:ph idx="1"/>
          </p:nvPr>
        </p:nvSpPr>
        <p:spPr bwMode="auto">
          <a:xfrm>
            <a:off x="391803" y="1913613"/>
            <a:ext cx="11686466"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400" b="1" i="0" u="none" strike="noStrike" cap="none" normalizeH="0" baseline="0" dirty="0">
                <a:ln>
                  <a:noFill/>
                </a:ln>
                <a:solidFill>
                  <a:schemeClr val="tx1"/>
                </a:solidFill>
                <a:effectLst/>
                <a:latin typeface="Arial" panose="020B0604020202020204" pitchFamily="34" charset="0"/>
              </a:rPr>
              <a:t>Ciclovías seguras y accesibles. Banquetas mejoradas para los peatones. Meta para 2030:</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400" b="1" i="0" u="none" strike="noStrike" cap="none" normalizeH="0" baseline="0" dirty="0">
                <a:ln>
                  <a:noFill/>
                </a:ln>
                <a:solidFill>
                  <a:schemeClr val="tx1"/>
                </a:solidFill>
                <a:effectLst/>
                <a:latin typeface="Arial" panose="020B0604020202020204" pitchFamily="34" charset="0"/>
              </a:rPr>
              <a:t>Construir 15 kilómetros de nueva infraestructura para ciclistas y peatones.</a:t>
            </a: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400" b="1" i="0" u="none" strike="noStrike" cap="none" normalizeH="0" baseline="0" dirty="0">
                <a:ln>
                  <a:noFill/>
                </a:ln>
                <a:solidFill>
                  <a:schemeClr val="tx1"/>
                </a:solidFill>
                <a:effectLst/>
                <a:latin typeface="Arial" panose="020B0604020202020204" pitchFamily="34" charset="0"/>
              </a:rPr>
              <a:t>Ciclovías y banquetas seguras:</a:t>
            </a:r>
            <a:r>
              <a:rPr kumimoji="0" lang="es-MX" altLang="es-MX" sz="2400" b="0" i="0" u="none" strike="noStrike" cap="none" normalizeH="0" baseline="0" dirty="0">
                <a:ln>
                  <a:noFill/>
                </a:ln>
                <a:solidFill>
                  <a:schemeClr val="tx1"/>
                </a:solidFill>
                <a:effectLst/>
                <a:latin typeface="Arial" panose="020B0604020202020204" pitchFamily="34" charset="0"/>
              </a:rPr>
              <a:t> Fomentar el transporte no motorizado.</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2400" b="1" i="0" u="none" strike="noStrike" cap="none" normalizeH="0" baseline="0" dirty="0">
                <a:ln>
                  <a:noFill/>
                </a:ln>
                <a:solidFill>
                  <a:schemeClr val="tx1"/>
                </a:solidFill>
                <a:effectLst/>
                <a:latin typeface="Arial" panose="020B0604020202020204" pitchFamily="34" charset="0"/>
              </a:rPr>
              <a:t>Eficiencia Energética:</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Modernización del alumbrado público:</a:t>
            </a:r>
            <a:r>
              <a:rPr kumimoji="0" lang="es-MX" altLang="es-MX" sz="2400" b="0" i="0" u="none" strike="noStrike" cap="none" normalizeH="0" baseline="0" dirty="0">
                <a:ln>
                  <a:noFill/>
                </a:ln>
                <a:solidFill>
                  <a:schemeClr val="tx1"/>
                </a:solidFill>
                <a:effectLst/>
                <a:latin typeface="Arial" panose="020B0604020202020204" pitchFamily="34" charset="0"/>
              </a:rPr>
              <a:t> Sustituir todas las luminarias del municipio por tecnología LED.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Promoción de calentadores solares:</a:t>
            </a:r>
            <a:r>
              <a:rPr kumimoji="0" lang="es-MX" altLang="es-MX" sz="2400" b="0" i="0" u="none" strike="noStrike" cap="none" normalizeH="0" baseline="0" dirty="0">
                <a:ln>
                  <a:noFill/>
                </a:ln>
                <a:solidFill>
                  <a:schemeClr val="tx1"/>
                </a:solidFill>
                <a:effectLst/>
                <a:latin typeface="Arial" panose="020B0604020202020204" pitchFamily="34" charset="0"/>
              </a:rPr>
              <a:t> Reducir el consumo de gas en viviendas y comercios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3519488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83167-24B0-7727-B7B7-E9C7070F8497}"/>
              </a:ext>
            </a:extLst>
          </p:cNvPr>
          <p:cNvSpPr>
            <a:spLocks noGrp="1"/>
          </p:cNvSpPr>
          <p:nvPr>
            <p:ph type="title"/>
          </p:nvPr>
        </p:nvSpPr>
        <p:spPr>
          <a:xfrm>
            <a:off x="0" y="0"/>
            <a:ext cx="10515600" cy="1325563"/>
          </a:xfrm>
        </p:spPr>
        <p:txBody>
          <a:bodyPr vert="horz" lIns="91440" tIns="45720" rIns="91440" bIns="45720" rtlCol="0" anchor="ctr">
            <a:noAutofit/>
          </a:bodyPr>
          <a:lstStyle/>
          <a:p>
            <a:pPr algn="ctr"/>
            <a:r>
              <a:rPr lang="es-MX" sz="3200" dirty="0">
                <a:latin typeface="Arial Black" panose="020B0A04020102020204" pitchFamily="34" charset="0"/>
                <a:ea typeface="+mn-ea"/>
                <a:cs typeface="+mn-cs"/>
              </a:rPr>
              <a:t>Estrategia de Adaptación 💧</a:t>
            </a:r>
          </a:p>
        </p:txBody>
      </p:sp>
      <p:sp>
        <p:nvSpPr>
          <p:cNvPr id="5" name="Rectangle 2">
            <a:extLst>
              <a:ext uri="{FF2B5EF4-FFF2-40B4-BE49-F238E27FC236}">
                <a16:creationId xmlns:a16="http://schemas.microsoft.com/office/drawing/2014/main" id="{5F513AE5-4645-688F-3981-6E04E2CC0280}"/>
              </a:ext>
            </a:extLst>
          </p:cNvPr>
          <p:cNvSpPr>
            <a:spLocks noGrp="1" noChangeArrowheads="1"/>
          </p:cNvSpPr>
          <p:nvPr>
            <p:ph idx="1"/>
          </p:nvPr>
        </p:nvSpPr>
        <p:spPr bwMode="auto">
          <a:xfrm>
            <a:off x="0" y="1354589"/>
            <a:ext cx="11741624" cy="594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Meta para 2040:</a:t>
            </a:r>
            <a:r>
              <a:rPr kumimoji="0" lang="es-MX" altLang="es-MX" sz="2400" b="0" i="0" u="none" strike="noStrike" cap="none" normalizeH="0" baseline="0" dirty="0">
                <a:ln>
                  <a:noFill/>
                </a:ln>
                <a:solidFill>
                  <a:schemeClr val="tx1"/>
                </a:solidFill>
                <a:effectLst/>
                <a:latin typeface="Arial" panose="020B0604020202020204" pitchFamily="34" charset="0"/>
              </a:rPr>
              <a:t> Alcanzar la </a:t>
            </a:r>
            <a:r>
              <a:rPr kumimoji="0" lang="es-MX" altLang="es-MX" sz="2400" b="1" i="0" u="none" strike="noStrike" cap="none" normalizeH="0" baseline="0" dirty="0">
                <a:ln>
                  <a:noFill/>
                </a:ln>
                <a:solidFill>
                  <a:schemeClr val="tx1"/>
                </a:solidFill>
                <a:effectLst/>
                <a:latin typeface="Arial" panose="020B0604020202020204" pitchFamily="34" charset="0"/>
              </a:rPr>
              <a:t>seguridad hídrica</a:t>
            </a:r>
            <a:r>
              <a:rPr kumimoji="0" lang="es-MX" altLang="es-MX" sz="2400" b="0" i="0" u="none" strike="noStrike" cap="none" normalizeH="0" baseline="0" dirty="0">
                <a:ln>
                  <a:noFill/>
                </a:ln>
                <a:solidFill>
                  <a:schemeClr val="tx1"/>
                </a:solidFill>
                <a:effectLst/>
                <a:latin typeface="Arial" panose="020B0604020202020204" pitchFamily="34" charset="0"/>
              </a:rPr>
              <a:t> del municipio, estabilizando los niveles del acuífero.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¿Cómo lo lograremos? Acciones prioritarias:</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1. Modernizar el Campo:</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Tecnificación del riego agrícola</a:t>
            </a:r>
            <a:r>
              <a:rPr kumimoji="0" lang="es-MX" altLang="es-MX" b="0" i="0" u="none" strike="noStrike" cap="none" normalizeH="0" baseline="0" dirty="0">
                <a:ln>
                  <a:noFill/>
                </a:ln>
                <a:solidFill>
                  <a:schemeClr val="tx1"/>
                </a:solidFill>
                <a:effectLst/>
                <a:latin typeface="Arial" panose="020B0604020202020204" pitchFamily="34" charset="0"/>
              </a:rPr>
              <a:t> a gran escala (goteo, microaspersión) para usar el agua de forma mucho más eficiente.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2. Aprovechar Cada Gota:</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Arial" panose="020B0604020202020204" pitchFamily="34" charset="0"/>
              </a:rPr>
              <a:t>Instalación de </a:t>
            </a:r>
            <a:r>
              <a:rPr kumimoji="0" lang="es-MX" altLang="es-MX" b="1" i="0" u="none" strike="noStrike" cap="none" normalizeH="0" baseline="0" dirty="0">
                <a:ln>
                  <a:noFill/>
                </a:ln>
                <a:solidFill>
                  <a:schemeClr val="tx1"/>
                </a:solidFill>
                <a:effectLst/>
                <a:latin typeface="Arial" panose="020B0604020202020204" pitchFamily="34" charset="0"/>
              </a:rPr>
              <a:t>sistemas de captación de agua de lluvia</a:t>
            </a:r>
            <a:r>
              <a:rPr kumimoji="0" lang="es-MX" altLang="es-MX" b="0" i="0" u="none" strike="noStrike" cap="none" normalizeH="0" baseline="0" dirty="0">
                <a:ln>
                  <a:noFill/>
                </a:ln>
                <a:solidFill>
                  <a:schemeClr val="tx1"/>
                </a:solidFill>
                <a:effectLst/>
                <a:latin typeface="Arial" panose="020B0604020202020204" pitchFamily="34" charset="0"/>
              </a:rPr>
              <a:t> en edificios públicos.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Arial" panose="020B0604020202020204" pitchFamily="34" charset="0"/>
              </a:rPr>
              <a:t>Programa para </a:t>
            </a:r>
            <a:r>
              <a:rPr kumimoji="0" lang="es-MX" altLang="es-MX" b="1" i="0" u="none" strike="noStrike" cap="none" normalizeH="0" baseline="0" dirty="0">
                <a:ln>
                  <a:noFill/>
                </a:ln>
                <a:solidFill>
                  <a:schemeClr val="tx1"/>
                </a:solidFill>
                <a:effectLst/>
                <a:latin typeface="Arial" panose="020B0604020202020204" pitchFamily="34" charset="0"/>
              </a:rPr>
              <a:t>detectar y reparar fugas</a:t>
            </a:r>
            <a:r>
              <a:rPr kumimoji="0" lang="es-MX" altLang="es-MX" b="0" i="0" u="none" strike="noStrike" cap="none" normalizeH="0" baseline="0" dirty="0">
                <a:ln>
                  <a:noFill/>
                </a:ln>
                <a:solidFill>
                  <a:schemeClr val="tx1"/>
                </a:solidFill>
                <a:effectLst/>
                <a:latin typeface="Arial" panose="020B0604020202020204" pitchFamily="34" charset="0"/>
              </a:rPr>
              <a:t> en la red de agua potable.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Humedales artificiales: </a:t>
            </a:r>
            <a:r>
              <a:rPr kumimoji="0" lang="es-MX" altLang="es-MX" b="0" i="0" u="none" strike="noStrike" cap="none" normalizeH="0" baseline="0" dirty="0">
                <a:ln>
                  <a:noFill/>
                </a:ln>
                <a:solidFill>
                  <a:schemeClr val="tx1"/>
                </a:solidFill>
                <a:effectLst/>
                <a:latin typeface="Arial" panose="020B0604020202020204" pitchFamily="34" charset="0"/>
              </a:rPr>
              <a:t>Se construirán en comunidades rurales para el tratamiento natural de aguas residuales.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3. Soluciones Basadas en la Naturaleza:</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0" i="0" u="none" strike="noStrike" cap="none" normalizeH="0" baseline="0" dirty="0">
                <a:ln>
                  <a:noFill/>
                </a:ln>
                <a:solidFill>
                  <a:schemeClr val="tx1"/>
                </a:solidFill>
                <a:effectLst/>
                <a:latin typeface="Arial" panose="020B0604020202020204" pitchFamily="34" charset="0"/>
              </a:rPr>
              <a:t>Programa de reforestación </a:t>
            </a:r>
            <a:r>
              <a:rPr kumimoji="0" lang="es-MX" altLang="es-MX" b="1" i="0" u="none" strike="noStrike" cap="none" normalizeH="0" baseline="0" dirty="0">
                <a:ln>
                  <a:noFill/>
                </a:ln>
                <a:solidFill>
                  <a:schemeClr val="tx1"/>
                </a:solidFill>
                <a:effectLst/>
                <a:latin typeface="Arial" panose="020B0604020202020204" pitchFamily="34" charset="0"/>
              </a:rPr>
              <a:t>"Pabellón + Verde"</a:t>
            </a:r>
            <a:r>
              <a:rPr kumimoji="0" lang="es-MX" altLang="es-MX" b="0" i="0" u="none" strike="noStrike" cap="none" normalizeH="0" baseline="0" dirty="0">
                <a:ln>
                  <a:noFill/>
                </a:ln>
                <a:solidFill>
                  <a:schemeClr val="tx1"/>
                </a:solidFill>
                <a:effectLst/>
                <a:latin typeface="Arial" panose="020B0604020202020204" pitchFamily="34" charset="0"/>
              </a:rPr>
              <a:t> para reducir el calor y mejorar la infiltración de agua. </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s-MX" altLang="es-MX"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780816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5DFE8-8359-0AB8-A2E5-BE25FDCEEA36}"/>
              </a:ext>
            </a:extLst>
          </p:cNvPr>
          <p:cNvSpPr>
            <a:spLocks noGrp="1"/>
          </p:cNvSpPr>
          <p:nvPr>
            <p:ph type="title"/>
          </p:nvPr>
        </p:nvSpPr>
        <p:spPr>
          <a:xfrm>
            <a:off x="-474970" y="27296"/>
            <a:ext cx="10515600" cy="1325563"/>
          </a:xfrm>
        </p:spPr>
        <p:txBody>
          <a:bodyPr vert="horz" lIns="91440" tIns="45720" rIns="91440" bIns="45720" rtlCol="0" anchor="ctr">
            <a:noAutofit/>
          </a:bodyPr>
          <a:lstStyle/>
          <a:p>
            <a:pPr algn="ctr"/>
            <a:r>
              <a:rPr lang="es-MX" sz="3200" dirty="0">
                <a:latin typeface="Arial Black" panose="020B0A04020102020204" pitchFamily="34" charset="0"/>
                <a:ea typeface="+mn-ea"/>
                <a:cs typeface="+mn-cs"/>
              </a:rPr>
              <a:t>Haciéndolo Realidad: Gobernanza y Financiamiento</a:t>
            </a:r>
          </a:p>
        </p:txBody>
      </p:sp>
      <p:sp>
        <p:nvSpPr>
          <p:cNvPr id="4" name="Rectangle 1">
            <a:extLst>
              <a:ext uri="{FF2B5EF4-FFF2-40B4-BE49-F238E27FC236}">
                <a16:creationId xmlns:a16="http://schemas.microsoft.com/office/drawing/2014/main" id="{1CAE79BA-F309-A3A0-0347-DBC2F8B3788D}"/>
              </a:ext>
            </a:extLst>
          </p:cNvPr>
          <p:cNvSpPr>
            <a:spLocks noGrp="1" noChangeArrowheads="1"/>
          </p:cNvSpPr>
          <p:nvPr>
            <p:ph idx="1"/>
          </p:nvPr>
        </p:nvSpPr>
        <p:spPr bwMode="auto">
          <a:xfrm>
            <a:off x="185737" y="1595021"/>
            <a:ext cx="11742406"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¿Quién liderará el plan?</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0" i="0" u="none" strike="noStrike" cap="none" normalizeH="0" baseline="0" dirty="0">
                <a:ln>
                  <a:noFill/>
                </a:ln>
                <a:solidFill>
                  <a:schemeClr val="tx1"/>
                </a:solidFill>
                <a:effectLst/>
                <a:latin typeface="Arial" panose="020B0604020202020204" pitchFamily="34" charset="0"/>
              </a:rPr>
              <a:t>Se creará el </a:t>
            </a:r>
            <a:r>
              <a:rPr kumimoji="0" lang="es-MX" altLang="es-MX" sz="2400" b="1" i="0" u="none" strike="noStrike" cap="none" normalizeH="0" baseline="0" dirty="0">
                <a:ln>
                  <a:noFill/>
                </a:ln>
                <a:solidFill>
                  <a:schemeClr val="tx1"/>
                </a:solidFill>
                <a:effectLst/>
                <a:latin typeface="Arial" panose="020B0604020202020204" pitchFamily="34" charset="0"/>
              </a:rPr>
              <a:t>Comité Municipal de Acción Climática (CMAC)</a:t>
            </a:r>
            <a:r>
              <a:rPr kumimoji="0" lang="es-MX" altLang="es-MX" sz="2400" b="0" i="0" u="none" strike="noStrike" cap="none" normalizeH="0" baseline="0" dirty="0">
                <a:ln>
                  <a:noFill/>
                </a:ln>
                <a:solidFill>
                  <a:schemeClr val="tx1"/>
                </a:solidFill>
                <a:effectLst/>
                <a:latin typeface="Arial" panose="020B0604020202020204" pitchFamily="34" charset="0"/>
              </a:rPr>
              <a:t>, presidido por la Presidenta Municipal.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0" i="0" u="none" strike="noStrike" cap="none" normalizeH="0" baseline="0" dirty="0">
                <a:ln>
                  <a:noFill/>
                </a:ln>
                <a:solidFill>
                  <a:schemeClr val="tx1"/>
                </a:solidFill>
                <a:effectLst/>
                <a:latin typeface="Arial" panose="020B0604020202020204" pitchFamily="34" charset="0"/>
              </a:rPr>
              <a:t>Este comité coordinará a todas las dependencias clave y a representantes del sector agropecuario y de la sociedad.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1" i="0" u="none" strike="noStrike" cap="none" normalizeH="0" baseline="0" dirty="0">
                <a:ln>
                  <a:noFill/>
                </a:ln>
                <a:solidFill>
                  <a:schemeClr val="tx1"/>
                </a:solidFill>
                <a:effectLst/>
                <a:latin typeface="Arial" panose="020B0604020202020204" pitchFamily="34" charset="0"/>
              </a:rPr>
              <a:t>¿Cómo se financiará?</a:t>
            </a:r>
            <a:endParaRPr kumimoji="0" lang="es-MX" altLang="es-MX" sz="24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MX" altLang="es-MX" sz="2400" b="0" i="0" u="none" strike="noStrike" cap="none" normalizeH="0" baseline="0" dirty="0">
                <a:ln>
                  <a:noFill/>
                </a:ln>
                <a:solidFill>
                  <a:schemeClr val="tx1"/>
                </a:solidFill>
                <a:effectLst/>
                <a:latin typeface="Arial" panose="020B0604020202020204" pitchFamily="34" charset="0"/>
              </a:rPr>
              <a:t>Con una </a:t>
            </a:r>
            <a:r>
              <a:rPr kumimoji="0" lang="es-MX" altLang="es-MX" sz="2400" b="1" i="0" u="none" strike="noStrike" cap="none" normalizeH="0" baseline="0" dirty="0">
                <a:ln>
                  <a:noFill/>
                </a:ln>
                <a:solidFill>
                  <a:schemeClr val="tx1"/>
                </a:solidFill>
                <a:effectLst/>
                <a:latin typeface="Arial" panose="020B0604020202020204" pitchFamily="34" charset="0"/>
              </a:rPr>
              <a:t>estrategia diversificada</a:t>
            </a:r>
            <a:r>
              <a:rPr kumimoji="0" lang="es-MX" altLang="es-MX" sz="2400" b="0" i="0" u="none" strike="noStrike" cap="none" normalizeH="0" baseline="0" dirty="0">
                <a:ln>
                  <a:noFill/>
                </a:ln>
                <a:solidFill>
                  <a:schemeClr val="tx1"/>
                </a:solidFill>
                <a:effectLst/>
                <a:latin typeface="Arial" panose="020B0604020202020204" pitchFamily="34" charset="0"/>
              </a:rPr>
              <a:t> que combinará:</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Recursos Municipales:</a:t>
            </a:r>
            <a:r>
              <a:rPr kumimoji="0" lang="es-MX" altLang="es-MX" b="0" i="0" u="none" strike="noStrike" cap="none" normalizeH="0" baseline="0" dirty="0">
                <a:ln>
                  <a:noFill/>
                </a:ln>
                <a:solidFill>
                  <a:schemeClr val="tx1"/>
                </a:solidFill>
                <a:effectLst/>
                <a:latin typeface="Arial" panose="020B0604020202020204" pitchFamily="34" charset="0"/>
              </a:rPr>
              <a:t> Presupuesto anual y un posible "Fondo Verde".</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Recursos Estatales y Federales:</a:t>
            </a:r>
            <a:r>
              <a:rPr kumimoji="0" lang="es-MX" altLang="es-MX" b="0" i="0" u="none" strike="noStrike" cap="none" normalizeH="0" baseline="0" dirty="0">
                <a:ln>
                  <a:noFill/>
                </a:ln>
                <a:solidFill>
                  <a:schemeClr val="tx1"/>
                </a:solidFill>
                <a:effectLst/>
                <a:latin typeface="Arial" panose="020B0604020202020204" pitchFamily="34" charset="0"/>
              </a:rPr>
              <a:t> Gestión de fondos de programas existentes (SADER, CONAGUA, etc.).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Cooperación Internacional:</a:t>
            </a:r>
            <a:r>
              <a:rPr kumimoji="0" lang="es-MX" altLang="es-MX" b="0" i="0" u="none" strike="noStrike" cap="none" normalizeH="0" baseline="0" dirty="0">
                <a:ln>
                  <a:noFill/>
                </a:ln>
                <a:solidFill>
                  <a:schemeClr val="tx1"/>
                </a:solidFill>
                <a:effectLst/>
                <a:latin typeface="Arial" panose="020B0604020202020204" pitchFamily="34" charset="0"/>
              </a:rPr>
              <a:t> Proyectos para fondos como el Fondo Verde para el Clima (GCF).</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s-MX" altLang="es-MX" b="1" i="0" u="none" strike="noStrike" cap="none" normalizeH="0" baseline="0" dirty="0">
                <a:ln>
                  <a:noFill/>
                </a:ln>
                <a:solidFill>
                  <a:schemeClr val="tx1"/>
                </a:solidFill>
                <a:effectLst/>
                <a:latin typeface="Arial" panose="020B0604020202020204" pitchFamily="34" charset="0"/>
              </a:rPr>
              <a:t>Sector Privado:</a:t>
            </a:r>
            <a:r>
              <a:rPr kumimoji="0" lang="es-MX" altLang="es-MX" b="0" i="0" u="none" strike="noStrike" cap="none" normalizeH="0" baseline="0" dirty="0">
                <a:ln>
                  <a:noFill/>
                </a:ln>
                <a:solidFill>
                  <a:schemeClr val="tx1"/>
                </a:solidFill>
                <a:effectLst/>
                <a:latin typeface="Arial" panose="020B0604020202020204" pitchFamily="34" charset="0"/>
              </a:rPr>
              <a:t> Alianzas para proyectos específicos.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87053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2"/>
          <p:cNvSpPr txBox="1">
            <a:spLocks noChangeArrowheads="1"/>
          </p:cNvSpPr>
          <p:nvPr/>
        </p:nvSpPr>
        <p:spPr bwMode="auto">
          <a:xfrm>
            <a:off x="2471209" y="2921169"/>
            <a:ext cx="724958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eaLnBrk="1" hangingPunct="1">
              <a:spcBef>
                <a:spcPct val="50000"/>
              </a:spcBef>
            </a:pPr>
            <a:r>
              <a:rPr lang="en-US" sz="4800" b="1" dirty="0">
                <a:latin typeface="Montserrat Black" panose="00000A00000000000000" pitchFamily="50" charset="0"/>
              </a:rPr>
              <a:t>MUCHAS GRACIAS POR SU ATENCIÓN</a:t>
            </a:r>
          </a:p>
        </p:txBody>
      </p:sp>
    </p:spTree>
    <p:extLst>
      <p:ext uri="{BB962C8B-B14F-4D97-AF65-F5344CB8AC3E}">
        <p14:creationId xmlns:p14="http://schemas.microsoft.com/office/powerpoint/2010/main" val="21040802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1672</TotalTime>
  <Words>1653</Words>
  <Application>Microsoft Office PowerPoint</Application>
  <PresentationFormat>Panorámica</PresentationFormat>
  <Paragraphs>132</Paragraphs>
  <Slides>39</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39</vt:i4>
      </vt:variant>
    </vt:vector>
  </HeadingPairs>
  <TitlesOfParts>
    <vt:vector size="47" baseType="lpstr">
      <vt:lpstr>Aptos Black</vt:lpstr>
      <vt:lpstr>Arial</vt:lpstr>
      <vt:lpstr>Arial Black</vt:lpstr>
      <vt:lpstr>Calibri</vt:lpstr>
      <vt:lpstr>Calibri Light</vt:lpstr>
      <vt:lpstr>Google Sans</vt:lpstr>
      <vt:lpstr>Montserrat Black</vt:lpstr>
      <vt:lpstr>Tema de Office</vt:lpstr>
      <vt:lpstr>Presentación de PowerPoint</vt:lpstr>
      <vt:lpstr>¿Qué es el cambio climático?</vt:lpstr>
      <vt:lpstr>Presentación de PowerPoint</vt:lpstr>
      <vt:lpstr>Presentación de PowerPoint</vt:lpstr>
      <vt:lpstr>Gases implicados naturales</vt:lpstr>
      <vt:lpstr>Gases implicados generados por el hombre</vt:lpstr>
      <vt:lpstr>Potencial de Calentamiento Global (PCG) o (GWP por sus siglas en inglés) </vt:lpstr>
      <vt:lpstr>Presentación de PowerPoint</vt:lpstr>
      <vt:lpstr>Presentación de PowerPoint</vt:lpstr>
      <vt:lpstr>Presentación de PowerPoint</vt:lpstr>
      <vt:lpstr>Presentación de PowerPoint</vt:lpstr>
      <vt:lpstr>Convención Marco de Naciones Unidas  sobre Cambio Climático (CMNUU)</vt:lpstr>
      <vt:lpstr>Panel intergubernamental de expertos  en cambio climático (IPCC)</vt:lpstr>
      <vt:lpstr>Protocolo de Kioto (1997)</vt:lpstr>
      <vt:lpstr>Acuerdo de París (2016)</vt:lpstr>
      <vt:lpstr>Compromisos de México</vt:lpstr>
      <vt:lpstr>Presentación de PowerPoint</vt:lpstr>
      <vt:lpstr>Presentación de PowerPoint</vt:lpstr>
      <vt:lpstr>Desglose por sectores</vt:lpstr>
      <vt:lpstr>Actividades específicas  dentro de los sectores:</vt:lpstr>
      <vt:lpstr>Presentación de PowerPoint</vt:lpstr>
      <vt:lpstr>Presentación de PowerPoint</vt:lpstr>
      <vt:lpstr>El IECyGEI del Estado de Aguascalientes año base 2022 arroja una emisión total de 6,236.63 Gg CO2e</vt:lpstr>
      <vt:lpstr>Presenta una absorción del orden  276.04 Gg CO₂e. situando las emisiones netas de 2022  en 5,960.59 Gg CO₂e</vt:lpstr>
      <vt:lpstr>Presentación de PowerPoint</vt:lpstr>
      <vt:lpstr>Plan de Acción Climática</vt:lpstr>
      <vt:lpstr>Plan de Acción Climática</vt:lpstr>
      <vt:lpstr>El Desafío: Nuestra Agua Está en Riesgo</vt:lpstr>
      <vt:lpstr>Nuestra Huella de Carbono:  ¿De Dónde Vienen las Emisiones?</vt:lpstr>
      <vt:lpstr>Comparación de emisiones (2022)</vt:lpstr>
      <vt:lpstr>Presentación de PowerPoint</vt:lpstr>
      <vt:lpstr>Presentación de PowerPoint</vt:lpstr>
      <vt:lpstr>Presentación de PowerPoint</vt:lpstr>
      <vt:lpstr>Nuestra Estrategia: Un Plan con Dos Ejes</vt:lpstr>
      <vt:lpstr>Estrategia de Mitigación 📉</vt:lpstr>
      <vt:lpstr>Infraestructura y Eficiencia Energética</vt:lpstr>
      <vt:lpstr>Estrategia de Adaptación 💧</vt:lpstr>
      <vt:lpstr>Haciéndolo Realidad: Gobernanza y Financiamiento</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Prohibición de la pirotecnia en el municipio de  Pabellón de Arteaga,  Aguascalientes, México</dc:title>
  <dc:creator>Luis Felipe Lozano</dc:creator>
  <cp:lastModifiedBy>IMBIO PABELLON</cp:lastModifiedBy>
  <cp:revision>85</cp:revision>
  <dcterms:created xsi:type="dcterms:W3CDTF">2020-03-17T17:14:10Z</dcterms:created>
  <dcterms:modified xsi:type="dcterms:W3CDTF">2025-09-30T04:46:04Z</dcterms:modified>
</cp:coreProperties>
</file>